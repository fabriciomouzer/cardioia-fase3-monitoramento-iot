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7a0beb768c49f0" /><Relationship Type="http://schemas.openxmlformats.org/officeDocument/2006/relationships/extended-properties" Target="/docProps/app.xml" Id="Re7e8ff3f71a54c7b" /><Relationship Type="http://schemas.openxmlformats.org/officeDocument/2006/relationships/officeDocument" Target="/ppt/presentation.xml" Id="R6e969ca7cefd41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cfe56b4e9e4ac9"/>
  </p:sldMasterIdLst>
  <p:notesMasterIdLst>
    <p:notesMasterId xmlns:r="http://schemas.openxmlformats.org/officeDocument/2006/relationships" r:id="R959885bbcbc14fc0"/>
  </p:notesMasterIdLst>
  <p:sldIdLst>
    <p:sldId xmlns:r="http://schemas.openxmlformats.org/officeDocument/2006/relationships" id="256" r:id="R076fd3fe9fda45eb"/>
    <p:sldId xmlns:r="http://schemas.openxmlformats.org/officeDocument/2006/relationships" id="257" r:id="R8c2a13856a3b4a16"/>
    <p:sldId xmlns:r="http://schemas.openxmlformats.org/officeDocument/2006/relationships" id="258" r:id="R20dd97e9f3a442db"/>
    <p:sldId xmlns:r="http://schemas.openxmlformats.org/officeDocument/2006/relationships" id="259" r:id="R77d74cdba7634161"/>
    <p:sldId xmlns:r="http://schemas.openxmlformats.org/officeDocument/2006/relationships" id="260" r:id="R07e796c27e0842d8"/>
    <p:sldId xmlns:r="http://schemas.openxmlformats.org/officeDocument/2006/relationships" id="261" r:id="R6cb10149155149ae"/>
    <p:sldId xmlns:r="http://schemas.openxmlformats.org/officeDocument/2006/relationships" id="262" r:id="R291e9798722f41db"/>
    <p:sldId xmlns:r="http://schemas.openxmlformats.org/officeDocument/2006/relationships" id="263" r:id="R511cacb041144dbc"/>
    <p:sldId xmlns:r="http://schemas.openxmlformats.org/officeDocument/2006/relationships" id="264" r:id="R736ec26bc81e4712"/>
    <p:sldId xmlns:r="http://schemas.openxmlformats.org/officeDocument/2006/relationships" id="265" r:id="R13d41bdce9584e48"/>
    <p:sldId xmlns:r="http://schemas.openxmlformats.org/officeDocument/2006/relationships" id="266" r:id="R760564b5055040b5"/>
    <p:sldId xmlns:r="http://schemas.openxmlformats.org/officeDocument/2006/relationships" id="267" r:id="R2f74c8fb232b4687"/>
    <p:sldId xmlns:r="http://schemas.openxmlformats.org/officeDocument/2006/relationships" id="268" r:id="R53e24ef68464499e"/>
    <p:sldId xmlns:r="http://schemas.openxmlformats.org/officeDocument/2006/relationships" id="269" r:id="Rde80944890074b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9535777ab42f8" /><Relationship Type="http://schemas.openxmlformats.org/officeDocument/2006/relationships/slideMaster" Target="/ppt/slideMasters/slideMaster1.xml" Id="Rf4cfe56b4e9e4ac9" /><Relationship Type="http://schemas.openxmlformats.org/officeDocument/2006/relationships/notesMaster" Target="/ppt/notesMasters/notesMaster1.xml" Id="R959885bbcbc14fc0" /><Relationship Type="http://schemas.openxmlformats.org/officeDocument/2006/relationships/presProps" Target="/ppt/presProps.xml" Id="R16c4060293a8493c" /><Relationship Type="http://schemas.openxmlformats.org/officeDocument/2006/relationships/tableStyles" Target="/ppt/tableStyles.xml" Id="R7503a1d99f5a42c9" /><Relationship Type="http://schemas.openxmlformats.org/officeDocument/2006/relationships/slide" Target="/ppt/slides/slide1.xml" Id="R076fd3fe9fda45eb" /><Relationship Type="http://schemas.openxmlformats.org/officeDocument/2006/relationships/slide" Target="/ppt/slides/slide2.xml" Id="R8c2a13856a3b4a16" /><Relationship Type="http://schemas.openxmlformats.org/officeDocument/2006/relationships/slide" Target="/ppt/slides/slide3.xml" Id="R20dd97e9f3a442db" /><Relationship Type="http://schemas.openxmlformats.org/officeDocument/2006/relationships/slide" Target="/ppt/slides/slide4.xml" Id="R77d74cdba7634161" /><Relationship Type="http://schemas.openxmlformats.org/officeDocument/2006/relationships/slide" Target="/ppt/slides/slide5.xml" Id="R07e796c27e0842d8" /><Relationship Type="http://schemas.openxmlformats.org/officeDocument/2006/relationships/slide" Target="/ppt/slides/slide6.xml" Id="R6cb10149155149ae" /><Relationship Type="http://schemas.openxmlformats.org/officeDocument/2006/relationships/slide" Target="/ppt/slides/slide7.xml" Id="R291e9798722f41db" /><Relationship Type="http://schemas.openxmlformats.org/officeDocument/2006/relationships/slide" Target="/ppt/slides/slide8.xml" Id="R511cacb041144dbc" /><Relationship Type="http://schemas.openxmlformats.org/officeDocument/2006/relationships/slide" Target="/ppt/slides/slide9.xml" Id="R736ec26bc81e4712" /><Relationship Type="http://schemas.openxmlformats.org/officeDocument/2006/relationships/slide" Target="/ppt/slides/slide10.xml" Id="R13d41bdce9584e48" /><Relationship Type="http://schemas.openxmlformats.org/officeDocument/2006/relationships/slide" Target="/ppt/slides/slide11.xml" Id="R760564b5055040b5" /><Relationship Type="http://schemas.openxmlformats.org/officeDocument/2006/relationships/slide" Target="/ppt/slides/slide12.xml" Id="R2f74c8fb232b4687" /><Relationship Type="http://schemas.openxmlformats.org/officeDocument/2006/relationships/slide" Target="/ppt/slides/slide13.xml" Id="R53e24ef68464499e" /><Relationship Type="http://schemas.openxmlformats.org/officeDocument/2006/relationships/slide" Target="/ppt/slides/slide14.xml" Id="Rde8094489007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f5d595a7c9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58c2409c84f6a" /><Relationship Type="http://schemas.openxmlformats.org/officeDocument/2006/relationships/notesMaster" Target="/ppt/notesMasters/notesMaster1.xml" Id="R00596149a19646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012c2c8467416b" /><Relationship Type="http://schemas.openxmlformats.org/officeDocument/2006/relationships/notesMaster" Target="/ppt/notesMasters/notesMaster1.xml" Id="R9f1f1deb8c504e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a57704aa6d4647" /><Relationship Type="http://schemas.openxmlformats.org/officeDocument/2006/relationships/notesMaster" Target="/ppt/notesMasters/notesMaster1.xml" Id="R5de35a460d5243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f8388ed6a42a1" /><Relationship Type="http://schemas.openxmlformats.org/officeDocument/2006/relationships/notesMaster" Target="/ppt/notesMasters/notesMaster1.xml" Id="R7b27bd09716b43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7fc12bceff4089" /><Relationship Type="http://schemas.openxmlformats.org/officeDocument/2006/relationships/notesMaster" Target="/ppt/notesMasters/notesMaster1.xml" Id="R1e263b6bfdd046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724856b4b64f82" /><Relationship Type="http://schemas.openxmlformats.org/officeDocument/2006/relationships/notesMaster" Target="/ppt/notesMasters/notesMaster1.xml" Id="Re34a8ee8b62e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a76ffb82454d89" /><Relationship Type="http://schemas.openxmlformats.org/officeDocument/2006/relationships/notesMaster" Target="/ppt/notesMasters/notesMaster1.xml" Id="Rd281b085743b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4b2507893e4f43" /><Relationship Type="http://schemas.openxmlformats.org/officeDocument/2006/relationships/notesMaster" Target="/ppt/notesMasters/notesMaster1.xml" Id="R9edaa52ef84e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aa251f7c9c4707" /><Relationship Type="http://schemas.openxmlformats.org/officeDocument/2006/relationships/notesMaster" Target="/ppt/notesMasters/notesMaster1.xml" Id="R8b1a42eecaa347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d41bd3ff654657" /><Relationship Type="http://schemas.openxmlformats.org/officeDocument/2006/relationships/notesMaster" Target="/ppt/notesMasters/notesMaster1.xml" Id="R5ab7e53f800d4b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4b69cbdc9841c0" /><Relationship Type="http://schemas.openxmlformats.org/officeDocument/2006/relationships/notesMaster" Target="/ppt/notesMasters/notesMaster1.xml" Id="Rf8364512665142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b93b24c89c4083" /><Relationship Type="http://schemas.openxmlformats.org/officeDocument/2006/relationships/notesMaster" Target="/ppt/notesMasters/notesMaster1.xml" Id="Re83e13e82de84a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9b8695af8b4c76" /><Relationship Type="http://schemas.openxmlformats.org/officeDocument/2006/relationships/notesMaster" Target="/ppt/notesMasters/notesMaster1.xml" Id="R92ba93b21d5041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5de81d66634791" /><Relationship Type="http://schemas.openxmlformats.org/officeDocument/2006/relationships/notesMaster" Target="/ppt/notesMasters/notesMaster1.xml" Id="Raae47ee6dfa3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4b95bfad44a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aaef53a1542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1feeb6a94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bad1280b84f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837a7108943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af826e20f4c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0AFA4B-7862-4898-B8DA-5EF83B0EA8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4E59B9-082A-43C8-B035-DD4513313F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5EAB27-FE73-4D0A-9BA7-B47C51AA8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F113B0-B134-4251-85C1-2D166BB3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524159-C41F-4F13-B9E3-3C61684A1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2A6A5A-C57C-42E6-894A-FA3AAA803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83A52F-1802-4D84-8CC5-453A2A5288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93E4F4-4839-40CF-92E4-962964E6F9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FB1ED5-AAF5-44B6-8294-427106301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0126E3-9F54-4A7A-ABED-05E183789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5cfa15ee234e92" /><Relationship Type="http://schemas.openxmlformats.org/officeDocument/2006/relationships/slideLayout" Target="/ppt/slideLayouts/slideLayout1.xml" Id="R2dcec987e77b4921" /><Relationship Type="http://schemas.openxmlformats.org/officeDocument/2006/relationships/slideLayout" Target="/ppt/slideLayouts/slideLayout2.xml" Id="Rfdf0e569d1d14ec9" /><Relationship Type="http://schemas.openxmlformats.org/officeDocument/2006/relationships/slideLayout" Target="/ppt/slideLayouts/slideLayout3.xml" Id="R73c00042fc9d4fa8" /><Relationship Type="http://schemas.openxmlformats.org/officeDocument/2006/relationships/slideLayout" Target="/ppt/slideLayouts/slideLayout4.xml" Id="R86fa0b7124ff4c53" /><Relationship Type="http://schemas.openxmlformats.org/officeDocument/2006/relationships/slideLayout" Target="/ppt/slideLayouts/slideLayout5.xml" Id="Rcb68c00ed32f4976" /><Relationship Type="http://schemas.openxmlformats.org/officeDocument/2006/relationships/slideLayout" Target="/ppt/slideLayouts/slideLayout6.xml" Id="R0f4c7d9fbf344c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cec987e77b4921"/>
    <p:sldLayoutId xmlns:r="http://schemas.openxmlformats.org/officeDocument/2006/relationships" id="2147483650" r:id="Rfdf0e569d1d14ec9"/>
    <p:sldLayoutId xmlns:r="http://schemas.openxmlformats.org/officeDocument/2006/relationships" id="2147483651" r:id="R73c00042fc9d4fa8"/>
    <p:sldLayoutId xmlns:r="http://schemas.openxmlformats.org/officeDocument/2006/relationships" id="2147483652" r:id="R86fa0b7124ff4c53"/>
    <p:sldLayoutId xmlns:r="http://schemas.openxmlformats.org/officeDocument/2006/relationships" id="2147483653" r:id="Rcb68c00ed32f4976"/>
    <p:sldLayoutId xmlns:r="http://schemas.openxmlformats.org/officeDocument/2006/relationships" id="2147483654" r:id="R0f4c7d9fbf34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f76053e1a4a3e" /><Relationship Type="http://schemas.openxmlformats.org/officeDocument/2006/relationships/notesSlide" Target="/ppt/notesSlides/notesSlide1.xml" Id="Rc78daac48a4c4e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bdfc3a67041be" /><Relationship Type="http://schemas.openxmlformats.org/officeDocument/2006/relationships/notesSlide" Target="/ppt/notesSlides/notesSlide2.xml" Id="Rad0ca275580f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04736bfdf4e9a" /><Relationship Type="http://schemas.openxmlformats.org/officeDocument/2006/relationships/notesSlide" Target="/ppt/notesSlides/notesSlide3.xml" Id="Rb0886ad35479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0441839184ca7" /><Relationship Type="http://schemas.openxmlformats.org/officeDocument/2006/relationships/notesSlide" Target="/ppt/notesSlides/notesSlide4.xml" Id="R3b89012dc648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f124b87624773" /><Relationship Type="http://schemas.openxmlformats.org/officeDocument/2006/relationships/notesSlide" Target="/ppt/notesSlides/notesSlide5.xml" Id="Re8286e034f5648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03ef9c08f475c" /><Relationship Type="http://schemas.openxmlformats.org/officeDocument/2006/relationships/image" Target="/ppt/media/image.jpeg" Id="Rdb3437f7f2414ddb" /><Relationship Type="http://schemas.openxmlformats.org/officeDocument/2006/relationships/image" Target="/ppt/media/image2.jpeg" Id="Rd03fa66c84334232" /><Relationship Type="http://schemas.openxmlformats.org/officeDocument/2006/relationships/notesSlide" Target="/ppt/notesSlides/notesSlide6.xml" Id="Ra1140be8f7aa48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8669c4dc94e01" /><Relationship Type="http://schemas.openxmlformats.org/officeDocument/2006/relationships/image" Target="/ppt/media/image3.jpeg" Id="R4ca63e4f003148ad" /><Relationship Type="http://schemas.openxmlformats.org/officeDocument/2006/relationships/notesSlide" Target="/ppt/notesSlides/notesSlide7.xml" Id="R8c6b4e15433f4e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a1cb065904306" /><Relationship Type="http://schemas.openxmlformats.org/officeDocument/2006/relationships/image" Target="/ppt/media/image4.jpeg" Id="R7b4d864b188a4b87" /><Relationship Type="http://schemas.openxmlformats.org/officeDocument/2006/relationships/notesSlide" Target="/ppt/notesSlides/notesSlide8.xml" Id="R6e842fe019ee40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a4730e1884039" /><Relationship Type="http://schemas.openxmlformats.org/officeDocument/2006/relationships/image" Target="/ppt/media/image5.jpeg" Id="R5111a0cee4b640d9" /><Relationship Type="http://schemas.openxmlformats.org/officeDocument/2006/relationships/notesSlide" Target="/ppt/notesSlides/notesSlide9.xml" Id="R737a3d7435404e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348e0defd4df9" /><Relationship Type="http://schemas.openxmlformats.org/officeDocument/2006/relationships/image" Target="/ppt/media/image6.jpeg" Id="R86fc2007719a42d9" /><Relationship Type="http://schemas.openxmlformats.org/officeDocument/2006/relationships/image" Target="/ppt/media/image7.jpeg" Id="R4661ae43d9f94d61" /><Relationship Type="http://schemas.openxmlformats.org/officeDocument/2006/relationships/image" Target="/ppt/media/image8.jpeg" Id="R894fc18566f942aa" /><Relationship Type="http://schemas.openxmlformats.org/officeDocument/2006/relationships/notesSlide" Target="/ppt/notesSlides/notesSlide10.xml" Id="R8c54fdb5725547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7053f03db412f" /><Relationship Type="http://schemas.openxmlformats.org/officeDocument/2006/relationships/notesSlide" Target="/ppt/notesSlides/notesSlide11.xml" Id="R78727227ccef41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6209a757b4842" /><Relationship Type="http://schemas.openxmlformats.org/officeDocument/2006/relationships/notesSlide" Target="/ppt/notesSlides/notesSlide12.xml" Id="R15ef01084c0842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c1095a7f64434" /><Relationship Type="http://schemas.openxmlformats.org/officeDocument/2006/relationships/notesSlide" Target="/ppt/notesSlides/notesSlide13.xml" Id="R7b39e8d6941a48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cf483d8c643c3" /><Relationship Type="http://schemas.openxmlformats.org/officeDocument/2006/relationships/hyperlink" Target="https://github.com/FabricioMouzer/CardioIA-Fase3-Monitoramento-IoT" TargetMode="External" Id="Re5aab3304a934ce3" /><Relationship Type="http://schemas.openxmlformats.org/officeDocument/2006/relationships/hyperlink" Target="https://github.com/FabricioMouzer/CardioIA-Fase3-Monitoramento-IoT" TargetMode="External" Id="R74699dec91c94bf7" /><Relationship Type="http://schemas.openxmlformats.org/officeDocument/2006/relationships/hyperlink" Target="https://wokwi.com/projects/478851580032675841" TargetMode="External" Id="Rf8ca72ebaddc4a1b" /><Relationship Type="http://schemas.openxmlformats.org/officeDocument/2006/relationships/hyperlink" Target="https://wokwi.com/projects/478851580032675841" TargetMode="External" Id="Rda046c2382984c40" /><Relationship Type="http://schemas.openxmlformats.org/officeDocument/2006/relationships/hyperlink" Target="https://cardioia-fase3-dashboard.onrender.com/dashboard/monitoramento" TargetMode="External" Id="R3277462d0b9d41be" /><Relationship Type="http://schemas.openxmlformats.org/officeDocument/2006/relationships/hyperlink" Target="https://cardioia-fase3-dashboard.onrender.com/dashboard/monitoramento" TargetMode="External" Id="Rc9e218c8cd214625" /><Relationship Type="http://schemas.openxmlformats.org/officeDocument/2006/relationships/hyperlink" Target="https://github.com/FabricioMouzer/CardioIA-Fase3-Monitoramento-IoT/blob/main/docs/relatorios/CardioIA_Parte_1_Edge_Computing.pdf" TargetMode="External" Id="R2b2eca53ee104873" /><Relationship Type="http://schemas.openxmlformats.org/officeDocument/2006/relationships/hyperlink" Target="https://github.com/FabricioMouzer/CardioIA-Fase3-Monitoramento-IoT/blob/main/docs/relatorios/CardioIA_Parte_1_Edge_Computing.pdf" TargetMode="External" Id="Rb346f63b9b65479a" /><Relationship Type="http://schemas.openxmlformats.org/officeDocument/2006/relationships/hyperlink" Target="https://github.com/FabricioMouzer/CardioIA-Fase3-Monitoramento-IoT/blob/main/docs/relatorios/CardioIA_Parte_2_MQTT_Dashboard.pdf" TargetMode="External" Id="R32ae0058ce5948db" /><Relationship Type="http://schemas.openxmlformats.org/officeDocument/2006/relationships/hyperlink" Target="https://github.com/FabricioMouzer/CardioIA-Fase3-Monitoramento-IoT/blob/main/docs/relatorios/CardioIA_Parte_2_MQTT_Dashboard.pdf" TargetMode="External" Id="R572a324c50c04d8d" /><Relationship Type="http://schemas.openxmlformats.org/officeDocument/2006/relationships/hyperlink" Target="https://github.com/FabricioMouzer/CardioIA-Fase3-Monitoramento-IoT/blob/main/docs/ETAPA_7_AUDITORIA_PRE_APRESENTACAO.md" TargetMode="External" Id="R6a64c7034e8840a0" /><Relationship Type="http://schemas.openxmlformats.org/officeDocument/2006/relationships/hyperlink" Target="https://github.com/FabricioMouzer/CardioIA-Fase3-Monitoramento-IoT/blob/main/docs/ETAPA_7_AUDITORIA_PRE_APRESENTACAO.md" TargetMode="External" Id="Re1f414c5373741d0" /><Relationship Type="http://schemas.openxmlformats.org/officeDocument/2006/relationships/notesSlide" Target="/ppt/notesSlides/notesSlide14.xml" Id="R53576f33d3604a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7D1D4-2F3E-4C1A-BB8A-A822AEF8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AAE20-B915-470A-9937-8232C78B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ADBA0-E515-46E4-A722-8C39068A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CARDIOIA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C1C46-CEFC-46AF-99E1-8828AAC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Fase 3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Monitoramento contínuo com IoT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A9B02-F1DD-41A3-AD93-75828787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Revisão das Etapas 1 a 7 e plano para concluir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5AE51-A51D-48C2-8C20-7798B72B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E2AE1-3D07-4192-8674-069F978D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ESP32 • Edge • MQTT • Node-RED • Render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2F126-64E9-4862-8052-DECB72C1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Apresentação para revisão do 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341DB-E3C3-43A5-BBE9-CB4E5D4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25 de outubro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FB418-E314-4AD0-B739-80D3DAFB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B583F-DB59-4652-B4FF-128AC32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Dados sintéticos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Protótipo educacional</a:t>
            </a:r>
          </a:p>
        </p:txBody>
      </p:sp>
    </p:spTree>
    <p:extLst>
      <p:ext uri="{BB962C8B-B14F-4D97-AF65-F5344CB8AC3E}">
        <p14:creationId xmlns:p14="http://schemas.microsoft.com/office/powerpoint/2010/main" val="1592332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8BEEB-8FD6-4CD3-81F8-E60D18CD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C24D3-2BA6-4C07-B1A3-311C6DDE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SITUAÇÃO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2C3E0-D525-4065-96EB-DF4E087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núcleo técnico está validado; a liberação final depende do grupo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A8CED-D5AB-44F6-9680-C0ADB6E3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0BE79-DFF1-4BB7-8BCD-DF8EC4C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1179-0267-4B94-9F0A-77CB5A4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F3C79-8B57-47A5-8AE6-C8A0AA0A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7/8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B1750-739F-4EDE-AE64-EF5C24B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etapas iniciadas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42E68-05C0-4DE0-BB69-0A50C8B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164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58510-17B8-496C-B506-BEFD80DE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verificações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3B067-EA87-40F0-85AC-E76B84B8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HTTP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586B4-83E3-4A8D-89BA-2DFAF2F3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público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F39E7-D6C9-4B78-A799-8732D071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0CF94-AC2C-4657-8157-AEADACEA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aprovações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pendentes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AA490-8F14-4D5E-9554-4EE3C8B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4C4F5-C801-4C6A-BC02-F75A46D3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6993C-D37C-469D-B570-296F9B60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Pronto: </a:t>
            </a:r>
            <a:r>
              <a:t>sensores, resiliência, MQTT, dashboard, alertas, testes e relatórios.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33AF1-270B-4A61-814F-6518B71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ED0C3-D33C-4FA5-B626-668B92E8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Corrigido na auditoria: </a:t>
            </a:r>
            <a:r>
              <a:t>validação de enumerações, dependências, segurança administrativa e lockfile do Render.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03BB4-CDFA-4167-BAD4-C0FAEAC6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9D57D-FECC-4C0C-ABAF-558D7237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Ainda falta: </a:t>
            </a:r>
            <a:r>
              <a:t>prazo comprovado no Portal, revisão dos quatro integrantes e entrega formal da Etapa 8.</a:t>
            </a:r>
          </a:p>
        </p:txBody>
      </p:sp>
    </p:spTree>
    <p:extLst>
      <p:ext uri="{BB962C8B-B14F-4D97-AF65-F5344CB8AC3E}">
        <p14:creationId xmlns:p14="http://schemas.microsoft.com/office/powerpoint/2010/main" val="72561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9BA114-4EAA-4653-A493-67BF0A1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277FD-D83C-4499-A9AF-557D4933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5D40A-230C-4496-880E-E69D7749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Sete etapas com portões de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DCBBB-820A-4814-9089-29A5888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DB55B-FAF9-4E82-A9D2-B4EF7150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175A4-F720-4A71-8491-23814AF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0B5F-C801-4CE0-8B72-EADB9791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71557-4785-495F-9866-B4989D8A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0572B-1291-47EA-A883-0772805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Requisitos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3BA89-9198-46CA-95A8-D7AA5AC1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Arquitetura e contrato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976E0-570F-4A92-B4A8-E2505DEB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09618-F8DA-4572-A195-894EC93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92E75-E2B7-49E0-B291-65C07D8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CB23F-6FB8-40AF-BAA0-ED3821E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Sensores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990B9-97FA-47F1-AC9C-26F4BCC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DHT22 e BPM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2089B-2377-4384-A09E-4F0D4FA3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CAFFE-9318-438A-9376-70CC0823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32026-23FF-4DA7-972A-4D26542E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A714F-33BB-4F8C-B93D-4F623CD9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14538-9C3C-4DC7-98D4-80A7B58A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Fila offline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456B8-A7C8-46C9-9ABC-58C9AC3B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07271-95E2-46F4-9B23-8D1F1094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BC7F2-CAE5-41C0-BB07-2EE90886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1125DE-EDDF-4D1D-BF1A-FE47E991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MQTT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34321-A29D-48C7-B0F9-8B6DDDF6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Broker e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418EC-4FC8-4CC6-AA2F-9C7687FA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ECE4D-0377-45CD-8670-5056A426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68D71-501C-4D43-BE37-48216DF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190DA-CED8-4C41-96AF-302D8545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Visualização e alerta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290DC2-83D8-4EAC-9F42-A60A3135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A18A3C-D3B3-406F-A065-8458D08E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189F05-33DC-4D78-B896-4A319F9A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046B4-1439-48A6-A908-E58AAF7E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Integração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44343D-FB99-41B9-92DD-FFA7BD9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Ciclo ponta a ponta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3509A-94EB-4CC0-B9E9-D513D8F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ECDBD-5EE9-495D-873B-7C7B3E34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8AB01F-2D9C-4616-9919-3564D4B7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C6BA3-A224-4392-BEA3-6C5F38FF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Entrega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929E9-6365-4B28-84D9-4FF15F9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Relatórios e revisão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4DDFDC-52B3-4CCB-BF0E-7BDBBEE7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Regra aplicada em todas as etapas: implementar, testar, registrar evidência e só então avançar.</a:t>
            </a:r>
          </a:p>
        </p:txBody>
      </p:sp>
    </p:spTree>
    <p:extLst>
      <p:ext uri="{BB962C8B-B14F-4D97-AF65-F5344CB8AC3E}">
        <p14:creationId xmlns:p14="http://schemas.microsoft.com/office/powerpoint/2010/main" val="1508758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F52CA-4777-4D5D-AF9A-1D9CD169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AA4EA-4DA9-49D9-A666-406BB63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CONTINUIDADE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5A1E8-B17D-44D4-B558-273265A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que aproveitamos das fases anteriores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A1245-EB11-4F0A-A177-C5E99C0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22DE4-3949-4148-B119-1153935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BE30B-4F23-4D52-BDF8-179B2D01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F5DAB-29A6-440E-BBE6-8969B36B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FASE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1472B-D597-4695-B2C6-8790CFDF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CardioIA e base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CB7A9-8B94-4556-A060-52695F8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9B524-7EE1-41F4-A133-EA5C62C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Identidade: </a:t>
            </a:r>
            <a:r>
              <a:t>foco em cardiologia e uso responsável de IA em saúde.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403C9-E853-44FC-92C3-267F73BE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AB51A-6DCB-471F-B839-35CD71D3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Governança: </a:t>
            </a:r>
            <a:r>
              <a:t>dados sintéticos, privacidade, vieses e limites explícitos.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89164-5008-452B-94C1-B8F6C430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10CDE-2014-471E-A1FE-6CE64CF2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Documentação: </a:t>
            </a:r>
            <a:r>
              <a:t>equipe, dicionários, reprodutibilidade e links públicos.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86A0E-76CB-4760-BECE-7E0C144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573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E9AA6-E2F5-40D3-A544-B8AAB74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FASE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BBF52-11AB-4CE3-963B-2C3C3B1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Lições incorporadas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62498-A1BA-4519-A057-651020DE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BD0BB-EED4-486C-B73B-73395D7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Evidência: </a:t>
            </a:r>
            <a:r>
              <a:t>nenhum item fica concluído apenas porque existe um link.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B7B64-3CB3-4FF6-9B7E-194474C8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FAA83-3DDE-4FF5-8FF9-394323D9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Consistência: </a:t>
            </a:r>
            <a:r>
              <a:t>checklists e documentação precisam refletir o estado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E4E1D-5FD0-4C86-A711-AE609380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4716D-9C6C-463A-BD22-866BC36E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Segurança: </a:t>
            </a:r>
            <a:r>
              <a:t>testes críticos, limitações e falsos negativos recebem atenção.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E5980-A138-4DD7-96B0-F1356497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 Fase 3 reutiliza princípios e aprendizados. Ela não depende diretamente do dataset da Fase 1.</a:t>
            </a:r>
          </a:p>
        </p:txBody>
      </p:sp>
    </p:spTree>
    <p:extLst>
      <p:ext uri="{BB962C8B-B14F-4D97-AF65-F5344CB8AC3E}">
        <p14:creationId xmlns:p14="http://schemas.microsoft.com/office/powerpoint/2010/main" val="766911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49CEB-8216-41DC-985D-974D82A2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7F0AB-FE7B-46C0-9C17-3E4348D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60B0B-9249-40C3-8AF2-56DD17E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Arquitetura, critérios e contrato antes do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7EFA1-36DE-401F-82FA-5FEA6E4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19764-CEA2-4CB4-8FDF-A0B799F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9E0D0-292F-424C-A140-BFE6177F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74212-BCDB-4A86-8FF1-9D6921DF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F6EE4-AD47-4F1D-A39F-0A862692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Sensores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FCF09-DAC3-4E90-A0D0-D6DC387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DHT22 + BPM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C85D6-219A-4516-B037-F4F43984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F2141-DAEF-48C0-9F2A-ED121098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E1C83-904C-43A2-9480-EB210917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38F78-735F-41D8-977F-F10FC758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ESP32 + FIFO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E998D-8396-4DA7-8CD3-5A5879CC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A4F93-FC24-4A50-B8D9-5615752A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581C6-B231-48AB-9757-F193CB01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F179E-2755-4B5F-92A5-30CBD301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HiveMQ MQTT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5BAE9-0867-488E-8F24-B1043BE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D1381-2F12-4460-B3BB-E5F412EB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4C303-E8A2-416D-86E1-BB69A73B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AEEAC-10BA-4D86-8E72-4EF81677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Node-RED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E46CB-C94D-42AE-8CAB-DB8D0E7E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6D2A4-45BA-47F1-8160-69C8DDD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CA1EE-2A1A-412A-8B07-337C94FB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Saída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376EA-D130-45F2-AA6C-A16B3E46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Dashboard + alertas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48AAD-B81B-4DAC-A23C-CB3B22AD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C320C8-10E7-4C32-8487-2440BB5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Contrato: </a:t>
            </a:r>
            <a:r>
              <a:t>13 campos JSON, três tópicos MQTT e enumerações controladas.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F9B42-C415-4FB7-8F34-C9C3DE6B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AFFFF-E55D-4B5D-916E-9A548919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Resiliência: </a:t>
            </a:r>
            <a:r>
              <a:t>FIFO de 2.160 amostras, equivalente a três horas na cadência nominal.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F58EFA-D032-4697-854A-CED417B5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8742E-8841-4600-96B2-56F47B93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Limites: </a:t>
            </a:r>
            <a:r>
              <a:t>normal entre 50 e 120 BPM; febre acima de 38 °C; falha do DHT22 explícita.</a:t>
            </a:r>
          </a:p>
        </p:txBody>
      </p:sp>
    </p:spTree>
    <p:extLst>
      <p:ext uri="{BB962C8B-B14F-4D97-AF65-F5344CB8AC3E}">
        <p14:creationId xmlns:p14="http://schemas.microsoft.com/office/powerpoint/2010/main" val="1621542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08582-77CC-4311-8E45-C8ECC2B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6372C-C08A-48F5-9117-BAF06589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0F3BC-4697-4EBF-BEDD-CA18D4AD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Sensores e estados visuais validados no Wokwi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075BC-0E09-40F2-80A2-3E2FA633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649D7-976A-4E50-BA2E-8A14524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70C60-8567-44F7-BCDE-04761253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4479C-EDD0-4772-B6F9-D24F595B4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437f7f2414ddb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76400"/>
            <a:ext cx="52197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7D230-7888-47F3-8E62-5ACE7005D9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fa66c84334232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676400"/>
            <a:ext cx="52197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38389-B2B6-49F9-87A1-B23814E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80428-832F-46E0-BF7B-55C59AA9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76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Estado 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3F825-7439-42F6-94CA-094E09FD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E17BA-37A5-4DE6-865D-D3F0BE33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768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Alerta de BPM alto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BE5DA-1A0C-49AA-AD6B-2666AB29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DHT22 + BPM sintético • LED coerente • falha e recuperação sem reinício • cadência medida 5.018 ms (+0,36%)</a:t>
            </a:r>
          </a:p>
        </p:txBody>
      </p:sp>
    </p:spTree>
    <p:extLst>
      <p:ext uri="{BB962C8B-B14F-4D97-AF65-F5344CB8AC3E}">
        <p14:creationId xmlns:p14="http://schemas.microsoft.com/office/powerpoint/2010/main" val="763054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D0091-7D14-42B4-A46F-58C2E9CF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04E2D-5BA7-4B22-9AA0-BC61144B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2A8CE-32A9-414B-867D-ACB61592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 coleta continua offline e sincroniza em ordem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C3C61-4545-41DC-842B-7E85D789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EABB6-6B61-4BD3-B7D0-DFAC404A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A8E17-8470-425F-9CCE-5D21B7E3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D7507-5445-4EE4-8C6F-B2ED192022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63e4f003148ad"/>
          <a:srcRect xmlns:a="http://schemas.openxmlformats.org/drawingml/2006/main" l="0" t="5699" r="0" b="5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6762750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6B93F-3E1E-4BBE-A93C-7661062E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FIFO limitado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9AC6E-584C-44FC-837F-D223DB9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2.160 amostras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27D49-1C9B-4EC4-8FCE-F0A0379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5F7E9-FB15-493E-9438-B6EE5B11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Offline: </a:t>
            </a:r>
            <a:r>
              <a:t>novas leituras entram na fila.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21590-7E9D-4591-AF63-D554606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B031-D938-4FF7-8EAE-3544446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Retorno: </a:t>
            </a:r>
            <a:r>
              <a:t>dados antigos saem primeiro.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2CB77-C503-4849-AAD2-27DCC48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957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1180A-6F37-48C5-8603-D59C78F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Limite: </a:t>
            </a:r>
            <a:r>
              <a:t>descarte fica visível e contabilizado.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D3309-9A69-4A5B-B05C-7421692C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319F0-47BC-46D9-A637-A0D600D0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96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Resultado: </a:t>
            </a:r>
            <a:r>
              <a:t>fila terminou em zero nos testes.</a:t>
            </a:r>
          </a:p>
        </p:txBody>
      </p:sp>
    </p:spTree>
    <p:extLst>
      <p:ext uri="{BB962C8B-B14F-4D97-AF65-F5344CB8AC3E}">
        <p14:creationId xmlns:p14="http://schemas.microsoft.com/office/powerpoint/2010/main" val="1273252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D7F16-AF6C-4CE6-9868-981B036B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B75BE-23B7-498A-9995-9E7695F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CD504-D83D-4DA2-BFDA-F58D3B12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Mensagens MQTT comprovadas por assinante independente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C25F1-2D9F-4DE0-9237-352A8BC0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2289C-AFEB-4102-B0A6-6B38DB80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0A726-DFB9-49C0-B1AF-3BA17FB6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E2ECB-0511-4738-A169-72F6EBFA8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d864b188a4b87"/>
          <a:srcRect xmlns:a="http://schemas.openxmlformats.org/drawingml/2006/main" l="0" t="6530" r="0" b="65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80BDD-C60F-448B-8BCA-1D35550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3 tópicos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66FA8-C5B6-4353-889F-582E97C4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telemetry</a:t>
            </a:r>
          </a:p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alert</a:t>
            </a:r>
          </a:p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75C3F-C984-4E12-8685-7E5FA9A2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33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D6DD3-F6EB-466C-AF14-3A5CCD2C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Broker: </a:t>
            </a:r>
            <a:r>
              <a:t>HiveMQ público, QoS 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DE899-9693-4963-A651-D3CA2461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43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84F4-E4BD-4A42-8868-A030FA39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Payload: </a:t>
            </a:r>
            <a:r>
              <a:t>JSON v1 com 13 campos.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1F6A2-1C41-4E0E-BEE7-A4E8A68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53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1E910-AE7D-40AC-8D54-33A52B47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Prova: </a:t>
            </a:r>
            <a:r>
              <a:t>recepção fora do ESP32.</a:t>
            </a:r>
          </a:p>
        </p:txBody>
      </p:sp>
    </p:spTree>
    <p:extLst>
      <p:ext uri="{BB962C8B-B14F-4D97-AF65-F5344CB8AC3E}">
        <p14:creationId xmlns:p14="http://schemas.microsoft.com/office/powerpoint/2010/main" val="445378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353E0-3158-439F-85A0-3B157B5C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12EA9-C5B2-404D-8F67-7631717D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AD597-70A0-4218-9C25-9BE5189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público com gráfico, gauges e alertas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45563-4CF6-4A6B-9B1B-DDD2F902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6A787-1CF2-4A43-B298-05A2705C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342DD-FCC3-4D4A-9519-3B24F20F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1B0E3-7DF1-4317-AD99-70394E2352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a0cee4b640d9"/>
          <a:srcRect xmlns:a="http://schemas.openxmlformats.org/drawingml/2006/main" l="0" t="8818" r="0" b="8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1BBEA-07F0-4A0B-B08E-021C0B1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FB1DA-9899-4BC7-814A-67173C05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verificações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52F02-776A-4120-BF29-45F7024F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8DFF9-29FF-4460-8C4E-8A8DD7D3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estados clínicos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944B0-736D-4DD9-8081-7B85E919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353FC-95D0-4DF3-ABBF-3950911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Disponível: </a:t>
            </a:r>
            <a:r>
              <a:t>Render com health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3A319-7B95-4BCA-9ED8-22154E9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989EB-69BB-463C-A29A-B19CF7B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291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Seguro: </a:t>
            </a:r>
            <a:r>
              <a:t>editor e API administrativa bloqueados.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BB00C-EB6A-40C2-863E-02DCC76E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F615E-BD61-4A30-A06E-CE11E451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Orientação: </a:t>
            </a:r>
            <a:r>
              <a:t>offline indica iniciar o Wokwi.</a:t>
            </a:r>
          </a:p>
        </p:txBody>
      </p:sp>
    </p:spTree>
    <p:extLst>
      <p:ext uri="{BB962C8B-B14F-4D97-AF65-F5344CB8AC3E}">
        <p14:creationId xmlns:p14="http://schemas.microsoft.com/office/powerpoint/2010/main" val="18577219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8EC25-F660-4339-A0EF-CDD9D888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E44A1-4DC5-470B-8C9F-2B8B509C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63260-8C61-4F65-BF01-66BD3244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fluxo completo respondeu a cenários clínicos e técnicos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629CB-4A89-453F-8E42-186C7488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9BD8D-1509-4FAB-BB6D-E1A0DABA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AA01A-8842-4A67-B4DA-3B1B1D3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64B7C-F9EB-4C0B-AE44-158ABD751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c2007719a42d9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604B9-543D-4717-9A06-0D405A0D2D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1ae43d9f94d61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17926-3651-42A1-94F4-9C1CF6D851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fc18566f942aa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15F77-F0C8-42D0-8570-66294D4C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B23BA-B542-4115-BAF5-8256C50F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BPM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05EF4-8D19-42B6-B89B-DB08A949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17353-A849-4E69-A2C7-C86A639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BPM baixo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45465-DFF7-4745-9F75-5A57DA27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A8997-4257-4CF4-85E8-A0090931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Falha DHT22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8DBFD-23BF-45B2-A3B9-40757AD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Duas execuções independentes confirmaram reinício da sequência, transições de alerta, recuperação, sincronização e fila final zero.</a:t>
            </a:r>
          </a:p>
        </p:txBody>
      </p:sp>
    </p:spTree>
    <p:extLst>
      <p:ext uri="{BB962C8B-B14F-4D97-AF65-F5344CB8AC3E}">
        <p14:creationId xmlns:p14="http://schemas.microsoft.com/office/powerpoint/2010/main" val="1750886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97ADA-F9FA-485A-A670-23DDFF9B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3DEB1-4772-439C-8410-C24886FB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9AA5C-D658-4F41-A714-9EFC05F9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Documentação revisada e auditoria técnica registrada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DD030-6D6E-4A45-B924-EC16F0D7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648A7-4BD9-4799-9733-C9306F71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169EC-65F6-4208-81ED-7689A2F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3826A-A4E5-4622-A3E0-55CC2C5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DB71E-E738-45BD-A4E7-6CB2769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Relatório 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66F58-9263-40C6-89E4-23AA98E1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16FDA-24FA-4C4E-9195-73E2361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Relatório MQTT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66A33-B5A1-4D69-A3EF-CAD4DB20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50F1F-94D9-49C0-9269-4BE0EF7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checagens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4632A-80FC-4D9D-9F1E-BCCE6CAE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55CE0-FC1D-4F0A-A9A7-D0E689E3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correções de 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13D79-53E4-4E24-B4EB-552F9A4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6B87B-35B3-4C92-8E7F-8B650F56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B1A30-FD59-4047-BF36-BB50CEF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Conteúdo: </a:t>
            </a:r>
            <a:r>
              <a:t>README, dois relatórios, PDFs, evidências e apresentação editável.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F357-9876-44DE-87E0-0503345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51295-6F8C-46DB-A3F2-BA70FDBD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Auditoria: </a:t>
            </a:r>
            <a:r>
              <a:t>enumerações inválidas agora são rejeitadas e dependências vulneráveis foram reduzidas.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F69D8-09EB-468D-947D-57487CE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B96E1-7491-4B9D-B9C9-96871CA1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Render: </a:t>
            </a:r>
            <a:r>
              <a:t>lockfile íntegro publicado no commit dd83ed3; deploy confirmado como live.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5D7FB-903C-479A-89D6-3BF48672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8A1C6-346D-42E4-B14C-6B1B806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Reteste: </a:t>
            </a:r>
            <a:r>
              <a:t>dashboard HTTP 200; raiz administrativa HTTP 404.</a:t>
            </a:r>
          </a:p>
        </p:txBody>
      </p:sp>
    </p:spTree>
    <p:extLst>
      <p:ext uri="{BB962C8B-B14F-4D97-AF65-F5344CB8AC3E}">
        <p14:creationId xmlns:p14="http://schemas.microsoft.com/office/powerpoint/2010/main" val="3058844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A0B18-FCF0-4E89-B3EE-DBE81C5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25CD2-DA57-4B16-BEE0-E8D2095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COBERTURA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5AFBB-4874-4D51-9259-FDA8FE9A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barema obrigatório possui implementação e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C9AA8-2B18-461D-B6FF-F6502CE2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D92CC-D752-4DFE-933B-BE9A3361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49B25-6402-4153-B8EF-C9EF2D8E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9300-FD75-47CA-976D-6E468E0D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CRITÉRIO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42860-1F28-4CBD-AB92-BBC7438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VALOR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33B3B-26FB-487F-834A-F408611C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EVIDÊNCIA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C54A0-B7EE-4B4A-9A5B-E33B0DAC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A8EE2-E14D-42F1-92B3-B0D6CFE2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Leitura de sensores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55878-BB2E-4165-B79E-893C1842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F6C4D-2B0B-48AB-9BC9-5E26DA53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144B8-603A-4203-9742-16E79DA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278C5-C460-4568-BC8A-9D50C015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Resiliência offline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BEBC5-E2FD-4672-9E3C-5CC96EC3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3053A-8B91-48BA-9BF0-07FE29B0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D469D-6FF3-4A5D-8AEF-824031BC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BEA1F-E664-4A33-8A3F-6A3CEAB7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MQTT e broker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A4723-E49D-4CE9-8CB7-DF639B32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77217-27AF-4DFD-8496-CF2138AD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52CF3-C3CA-4168-A15C-5C493C3E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EE028-6937-46EF-ACEF-BEC309A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e alertas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D4271-7362-408E-AEEF-F8CAE1D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EBA45-72DA-438E-ADE5-8788207E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1CD7F-2B4D-48D1-9A93-251B8AA9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3A530-07D1-4C14-BFD9-2A6C526D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Código e relatórios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6DD80-7746-412E-97FC-3B2BA454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3F2BBB-3235-427C-AF30-C55974AD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F88217-F7AD-436E-8368-33E38FA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 pontuação oficial depende da avaliação da FIAP. Esta tabela demonstra cobertura técnica, não antecipa a nota.</a:t>
            </a:r>
          </a:p>
        </p:txBody>
      </p:sp>
    </p:spTree>
    <p:extLst>
      <p:ext uri="{BB962C8B-B14F-4D97-AF65-F5344CB8AC3E}">
        <p14:creationId xmlns:p14="http://schemas.microsoft.com/office/powerpoint/2010/main" val="675846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7F095-8AFC-4092-B740-1385915C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156D0-6CCC-4DC2-AE3B-A05E61A8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C907C-3D30-4B37-A97F-2547F6FB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Quatro ações separam o projeto da entrega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B3282-DBEC-4A90-AFCB-4FBD84FC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06949-A813-4A87-B52E-74567E17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576FA-7D97-4B9C-BC0A-BB126439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E1298-78A4-45D2-8353-2B84A01E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E3CA4-640B-4EA1-BE4F-0C0C8694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450A1-AC1E-467B-98A4-356C61A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57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Prazo oficial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CA884-2CA6-4542-ACBF-946B6347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Registrar captura com data e horário no Portal FIAP.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76350-03AC-495C-B2A8-2AAAB088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45AAB-536E-4C5D-8CEF-1732EDD9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CF81B-6C19-46B0-ABA7-ED009D00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Revisão do grupo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CDF35-7653-42EA-8386-4ECB65A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Cada integrante responde APROVADO SEM CORREÇÕES ou descreve ajustes.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9D100-1FBB-4AC5-A273-B4BF3174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59A1F-C76F-4E11-BED5-DF9C3865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64344-F191-40C2-9202-5B160E64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Encerrar Etapa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99839-E0BF-44D6-9A41-44B5821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Atualizar T7-14, T7-15 e T7-16 após as quatro respostas.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F010F-EE20-4C79-81A9-8099565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BD947-206D-4F27-AA1E-2AC1897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F0D7AE-3E92-4239-8C27-5A74FED1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Etapa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13706-4A2B-46DD-89A4-74BBF2A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Auditar o barema, criar release, enviar e preservar o comprovante.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AA17E-4CC2-4D7B-BAAF-10A99887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Status correto agora: núcleo técnico pronto; trabalho ainda não liberado como 100%.</a:t>
            </a:r>
          </a:p>
        </p:txBody>
      </p:sp>
    </p:spTree>
    <p:extLst>
      <p:ext uri="{BB962C8B-B14F-4D97-AF65-F5344CB8AC3E}">
        <p14:creationId xmlns:p14="http://schemas.microsoft.com/office/powerpoint/2010/main" val="18404486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7ACC9-4B16-4987-8D75-168BD958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51D65-7D90-45B9-9B7B-BFCEE963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REVISÃO DO GRUPO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B6447-8DCD-44CD-BD72-B93D9DF7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Links públicos para teste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035F0-9ACD-499C-99B3-D9777E52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No PowerPoint: Ctrl+clique no modo de edição ou clique durante a apresentação. No WhatsApp, prefira o PDF.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BF2A-90A5-406D-B755-47EA9F0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77C03-A176-4E60-82F3-6B769F9E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e5aab3304a934ce3"/>
              </a:rPr>
              <a:t>ABRIR REPOSITÓRIO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3C52C-29CA-4501-AF68-CDB582E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74699dec91c94bf7"/>
              </a:rPr>
              <a:t>GitHub público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89EFA-2AB3-426D-A1E5-25427CE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932EF-5FF1-477D-B047-5509F66A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383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f8ca72ebaddc4a1b"/>
              </a:rPr>
              <a:t>ABRIR WOKWI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FB1E5-7C40-4E0D-A307-C268252B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da046c2382984c40"/>
              </a:rPr>
              <a:t>Circuito e código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EF00-E8E5-4BAE-ABD4-0E8AD31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84D52-2BDD-4227-A6FD-F1E8680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3277462d0b9d41be"/>
              </a:rPr>
              <a:t>ABRIR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CFD18-4125-47D6-A0FD-146335D6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c9e218c8cd214625"/>
              </a:rPr>
              <a:t>Monitoramento no 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34B09-B558-48CC-B4D4-4C5E00F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FE615-F6E1-45E2-818C-D4B0B012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2b2eca53ee104873"/>
              </a:rPr>
              <a:t>RELATÓRIO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37F41-2844-4A2A-80E2-51C21D20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b346f63b9b65479a"/>
              </a:rPr>
              <a:t>PDF da Parte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9BCB1-F1B6-4B6D-80F2-1DB01E9C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67255-1E28-4A68-BC1A-A270D57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671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32ae0058ce5948db"/>
              </a:rPr>
              <a:t>RELATÓRIO MQTT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C2FD2-EEEE-417E-821F-61E487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572a324c50c04d8d"/>
              </a:rPr>
              <a:t>PDF da Parte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2D954-0DA2-4843-B463-CA6BC30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E7D53-FDC0-4B1F-AC4F-31D01DA3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b="1" u="sng">
                <a:solidFill>
                  <a:srgbClr val="071521"/>
                </a:solidFill>
                <a:hlinkClick xmlns:r="http://schemas.openxmlformats.org/officeDocument/2006/relationships" r:id="R6a64c7034e8840a0"/>
              </a:rPr>
              <a:t>ABRIR AUDITORIA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78423-908F-4F61-9599-81F0974F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E8EFF2"/>
                </a:solidFill>
                <a:hlinkClick xmlns:r="http://schemas.openxmlformats.org/officeDocument/2006/relationships" r:id="Re1f414c5373741d0"/>
              </a:rPr>
              <a:t>Pendências e validações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C2D29-5EBF-438A-A392-FF6A8B82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Após testar, respondam no grupo: APROVADO SEM CORREÇÕES ou CORREÇÕES SOLICITADAS: [descrever]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DB4B6-2C14-47E6-A068-E08D2C3F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Fabrício RM566777 • Enzo RM567599 • Larissa RM568280 • Gabriel RM568480</a:t>
            </a:r>
          </a:p>
        </p:txBody>
      </p:sp>
    </p:spTree>
    <p:extLst>
      <p:ext uri="{BB962C8B-B14F-4D97-AF65-F5344CB8AC3E}">
        <p14:creationId xmlns:p14="http://schemas.microsoft.com/office/powerpoint/2010/main" val="499607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2026-10-25T17:36:46.1030000Z</dcterms:created>
  <dcterms:modified xsi:type="dcterms:W3CDTF">2026-10-25T17:36:46.1030000Z</dcterms:modified>
</coreProperties>
</file>