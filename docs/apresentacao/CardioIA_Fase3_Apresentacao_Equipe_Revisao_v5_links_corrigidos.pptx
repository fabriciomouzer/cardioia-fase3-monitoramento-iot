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65debd65d044cd" /><Relationship Type="http://schemas.openxmlformats.org/officeDocument/2006/relationships/extended-properties" Target="/docProps/app.xml" Id="Ree223363ca664f08" /><Relationship Type="http://schemas.openxmlformats.org/officeDocument/2006/relationships/officeDocument" Target="/ppt/presentation.xml" Id="R675d8ff2e80d45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641ab0c896427c"/>
  </p:sldMasterIdLst>
  <p:notesMasterIdLst>
    <p:notesMasterId xmlns:r="http://schemas.openxmlformats.org/officeDocument/2006/relationships" r:id="R6d4c92bb853b4779"/>
  </p:notesMasterIdLst>
  <p:sldIdLst>
    <p:sldId xmlns:r="http://schemas.openxmlformats.org/officeDocument/2006/relationships" id="256" r:id="R1f4cd9639e42402f"/>
    <p:sldId xmlns:r="http://schemas.openxmlformats.org/officeDocument/2006/relationships" id="257" r:id="R93a5215e1d1e42dc"/>
    <p:sldId xmlns:r="http://schemas.openxmlformats.org/officeDocument/2006/relationships" id="258" r:id="Rb4f89120ddc848d4"/>
    <p:sldId xmlns:r="http://schemas.openxmlformats.org/officeDocument/2006/relationships" id="259" r:id="Ra5d5c0e6bbc24111"/>
    <p:sldId xmlns:r="http://schemas.openxmlformats.org/officeDocument/2006/relationships" id="260" r:id="Rc7b5398aa7a14b12"/>
    <p:sldId xmlns:r="http://schemas.openxmlformats.org/officeDocument/2006/relationships" id="261" r:id="Rd85d19d7a20b4600"/>
    <p:sldId xmlns:r="http://schemas.openxmlformats.org/officeDocument/2006/relationships" id="262" r:id="R4d11a3e39d6f465c"/>
    <p:sldId xmlns:r="http://schemas.openxmlformats.org/officeDocument/2006/relationships" id="263" r:id="R05ed03c2619a47da"/>
    <p:sldId xmlns:r="http://schemas.openxmlformats.org/officeDocument/2006/relationships" id="264" r:id="Rd4baf52475614bbd"/>
    <p:sldId xmlns:r="http://schemas.openxmlformats.org/officeDocument/2006/relationships" id="265" r:id="R0c6f28b453524c97"/>
    <p:sldId xmlns:r="http://schemas.openxmlformats.org/officeDocument/2006/relationships" id="266" r:id="R2eb68aec045848f8"/>
    <p:sldId xmlns:r="http://schemas.openxmlformats.org/officeDocument/2006/relationships" id="267" r:id="Ra4f0c04031954b5b"/>
    <p:sldId xmlns:r="http://schemas.openxmlformats.org/officeDocument/2006/relationships" id="268" r:id="R99dd8a6271744933"/>
    <p:sldId xmlns:r="http://schemas.openxmlformats.org/officeDocument/2006/relationships" id="269" r:id="Rdb7217e35fe540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e7645db792466e" /><Relationship Type="http://schemas.openxmlformats.org/officeDocument/2006/relationships/slideMaster" Target="/ppt/slideMasters/slideMaster1.xml" Id="R01641ab0c896427c" /><Relationship Type="http://schemas.openxmlformats.org/officeDocument/2006/relationships/notesMaster" Target="/ppt/notesMasters/notesMaster1.xml" Id="R6d4c92bb853b4779" /><Relationship Type="http://schemas.openxmlformats.org/officeDocument/2006/relationships/presProps" Target="/ppt/presProps.xml" Id="R9c704c413f1c41d2" /><Relationship Type="http://schemas.openxmlformats.org/officeDocument/2006/relationships/tableStyles" Target="/ppt/tableStyles.xml" Id="Red9826f8ca484840" /><Relationship Type="http://schemas.openxmlformats.org/officeDocument/2006/relationships/slide" Target="/ppt/slides/slide1.xml" Id="R1f4cd9639e42402f" /><Relationship Type="http://schemas.openxmlformats.org/officeDocument/2006/relationships/slide" Target="/ppt/slides/slide2.xml" Id="R93a5215e1d1e42dc" /><Relationship Type="http://schemas.openxmlformats.org/officeDocument/2006/relationships/slide" Target="/ppt/slides/slide3.xml" Id="Rb4f89120ddc848d4" /><Relationship Type="http://schemas.openxmlformats.org/officeDocument/2006/relationships/slide" Target="/ppt/slides/slide4.xml" Id="Ra5d5c0e6bbc24111" /><Relationship Type="http://schemas.openxmlformats.org/officeDocument/2006/relationships/slide" Target="/ppt/slides/slide5.xml" Id="Rc7b5398aa7a14b12" /><Relationship Type="http://schemas.openxmlformats.org/officeDocument/2006/relationships/slide" Target="/ppt/slides/slide6.xml" Id="Rd85d19d7a20b4600" /><Relationship Type="http://schemas.openxmlformats.org/officeDocument/2006/relationships/slide" Target="/ppt/slides/slide7.xml" Id="R4d11a3e39d6f465c" /><Relationship Type="http://schemas.openxmlformats.org/officeDocument/2006/relationships/slide" Target="/ppt/slides/slide8.xml" Id="R05ed03c2619a47da" /><Relationship Type="http://schemas.openxmlformats.org/officeDocument/2006/relationships/slide" Target="/ppt/slides/slide9.xml" Id="Rd4baf52475614bbd" /><Relationship Type="http://schemas.openxmlformats.org/officeDocument/2006/relationships/slide" Target="/ppt/slides/slide10.xml" Id="R0c6f28b453524c97" /><Relationship Type="http://schemas.openxmlformats.org/officeDocument/2006/relationships/slide" Target="/ppt/slides/slide11.xml" Id="R2eb68aec045848f8" /><Relationship Type="http://schemas.openxmlformats.org/officeDocument/2006/relationships/slide" Target="/ppt/slides/slide12.xml" Id="Ra4f0c04031954b5b" /><Relationship Type="http://schemas.openxmlformats.org/officeDocument/2006/relationships/slide" Target="/ppt/slides/slide13.xml" Id="R99dd8a6271744933" /><Relationship Type="http://schemas.openxmlformats.org/officeDocument/2006/relationships/slide" Target="/ppt/slides/slide14.xml" Id="Rdb7217e35fe540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87f56c399943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9a31c5f3594a75" /><Relationship Type="http://schemas.openxmlformats.org/officeDocument/2006/relationships/notesMaster" Target="/ppt/notesMasters/notesMaster1.xml" Id="R7f3097b2243547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75c759118e4859" /><Relationship Type="http://schemas.openxmlformats.org/officeDocument/2006/relationships/notesMaster" Target="/ppt/notesMasters/notesMaster1.xml" Id="Rb8e67873a8df4b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7ec1ab11f8475b" /><Relationship Type="http://schemas.openxmlformats.org/officeDocument/2006/relationships/notesMaster" Target="/ppt/notesMasters/notesMaster1.xml" Id="R1132cf70722e46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81f60a56ef4727" /><Relationship Type="http://schemas.openxmlformats.org/officeDocument/2006/relationships/notesMaster" Target="/ppt/notesMasters/notesMaster1.xml" Id="R6b9d78b2a73046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8853dd8d2f460c" /><Relationship Type="http://schemas.openxmlformats.org/officeDocument/2006/relationships/notesMaster" Target="/ppt/notesMasters/notesMaster1.xml" Id="Rc8b3941e46964a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c53fa07fc44b78" /><Relationship Type="http://schemas.openxmlformats.org/officeDocument/2006/relationships/notesMaster" Target="/ppt/notesMasters/notesMaster1.xml" Id="R8637930737574e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b5d71d18064437" /><Relationship Type="http://schemas.openxmlformats.org/officeDocument/2006/relationships/notesMaster" Target="/ppt/notesMasters/notesMaster1.xml" Id="R7dcfe13a137340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35efefbdfe4f84" /><Relationship Type="http://schemas.openxmlformats.org/officeDocument/2006/relationships/notesMaster" Target="/ppt/notesMasters/notesMaster1.xml" Id="Rcea18a9dcc484f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988e98468b45d4" /><Relationship Type="http://schemas.openxmlformats.org/officeDocument/2006/relationships/notesMaster" Target="/ppt/notesMasters/notesMaster1.xml" Id="R8ffbc97520a84e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00ace241424961" /><Relationship Type="http://schemas.openxmlformats.org/officeDocument/2006/relationships/notesMaster" Target="/ppt/notesMasters/notesMaster1.xml" Id="Rf9e82c2eb45146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5494a189fe4d77" /><Relationship Type="http://schemas.openxmlformats.org/officeDocument/2006/relationships/notesMaster" Target="/ppt/notesMasters/notesMaster1.xml" Id="R9cfe52b06af146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006d12601247fb" /><Relationship Type="http://schemas.openxmlformats.org/officeDocument/2006/relationships/notesMaster" Target="/ppt/notesMasters/notesMaster1.xml" Id="Re280385bce9d47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476c10be5944b83" /><Relationship Type="http://schemas.openxmlformats.org/officeDocument/2006/relationships/notesMaster" Target="/ppt/notesMasters/notesMaster1.xml" Id="Rc3f1a45b8ebd40a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46e895cd5e4594" /><Relationship Type="http://schemas.openxmlformats.org/officeDocument/2006/relationships/notesMaster" Target="/ppt/notesMasters/notesMaster1.xml" Id="Re9f1cab17ff546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95ab758b564a0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4de81d6a504b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1ae6f36d7f431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aa217e7cac4b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cf06715c2142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257ca2463f47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FF68FC-A9D9-4B63-8422-BE40D6EBB3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C790BE8-5604-40DC-99A5-4D9215E052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FCCB957-24AB-418A-897A-953FFEA043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AC9F77-E163-46C6-83C6-B1BCBA9B94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65D45E0-DBD2-4C1B-AE15-3CFF957439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7231B23-F138-45DE-969D-FA800B8750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5665CE-13F9-41D2-B56A-B2CF061231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23A5A98-ADF1-4935-B63E-2AA1C94F96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0E3051-2657-415E-A685-A1D9C3D60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45AFBC-1A8B-45AD-B52D-B940F4957B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bbb6b8d8564c10" /><Relationship Type="http://schemas.openxmlformats.org/officeDocument/2006/relationships/slideLayout" Target="/ppt/slideLayouts/slideLayout1.xml" Id="R6447b710bb4c4800" /><Relationship Type="http://schemas.openxmlformats.org/officeDocument/2006/relationships/slideLayout" Target="/ppt/slideLayouts/slideLayout2.xml" Id="R795d86c138fa4063" /><Relationship Type="http://schemas.openxmlformats.org/officeDocument/2006/relationships/slideLayout" Target="/ppt/slideLayouts/slideLayout3.xml" Id="Racc5e4e0435a461a" /><Relationship Type="http://schemas.openxmlformats.org/officeDocument/2006/relationships/slideLayout" Target="/ppt/slideLayouts/slideLayout4.xml" Id="R8c380e00da4b4df2" /><Relationship Type="http://schemas.openxmlformats.org/officeDocument/2006/relationships/slideLayout" Target="/ppt/slideLayouts/slideLayout5.xml" Id="R5d6f15d27e3b4d47" /><Relationship Type="http://schemas.openxmlformats.org/officeDocument/2006/relationships/slideLayout" Target="/ppt/slideLayouts/slideLayout6.xml" Id="Rcafcbd8e6a0c43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47b710bb4c4800"/>
    <p:sldLayoutId xmlns:r="http://schemas.openxmlformats.org/officeDocument/2006/relationships" id="2147483650" r:id="R795d86c138fa4063"/>
    <p:sldLayoutId xmlns:r="http://schemas.openxmlformats.org/officeDocument/2006/relationships" id="2147483651" r:id="Racc5e4e0435a461a"/>
    <p:sldLayoutId xmlns:r="http://schemas.openxmlformats.org/officeDocument/2006/relationships" id="2147483652" r:id="R8c380e00da4b4df2"/>
    <p:sldLayoutId xmlns:r="http://schemas.openxmlformats.org/officeDocument/2006/relationships" id="2147483653" r:id="R5d6f15d27e3b4d47"/>
    <p:sldLayoutId xmlns:r="http://schemas.openxmlformats.org/officeDocument/2006/relationships" id="2147483654" r:id="Rcafcbd8e6a0c43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c5d91ee80c4889" /><Relationship Type="http://schemas.openxmlformats.org/officeDocument/2006/relationships/notesSlide" Target="/ppt/notesSlides/notesSlide1.xml" Id="R4c068480f87442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a381dc9e134e57" /><Relationship Type="http://schemas.openxmlformats.org/officeDocument/2006/relationships/notesSlide" Target="/ppt/notesSlides/notesSlide2.xml" Id="R5c9e8d6705724a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d86026dc814a24" /><Relationship Type="http://schemas.openxmlformats.org/officeDocument/2006/relationships/notesSlide" Target="/ppt/notesSlides/notesSlide3.xml" Id="Rb1919a6fbd6343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1772658f8b491d" /><Relationship Type="http://schemas.openxmlformats.org/officeDocument/2006/relationships/notesSlide" Target="/ppt/notesSlides/notesSlide4.xml" Id="R69e83b07d6134d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2bead3a10a466b" /><Relationship Type="http://schemas.openxmlformats.org/officeDocument/2006/relationships/notesSlide" Target="/ppt/notesSlides/notesSlide5.xml" Id="R40344452ba0c4e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329d4731514a13" /><Relationship Type="http://schemas.openxmlformats.org/officeDocument/2006/relationships/image" Target="/ppt/media/image.jpeg" Id="R31860b1322ba49fb" /><Relationship Type="http://schemas.openxmlformats.org/officeDocument/2006/relationships/image" Target="/ppt/media/image2.jpeg" Id="Rad3d959029f149fb" /><Relationship Type="http://schemas.openxmlformats.org/officeDocument/2006/relationships/notesSlide" Target="/ppt/notesSlides/notesSlide6.xml" Id="R92e0b877d6984a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3ed58384534bfe" /><Relationship Type="http://schemas.openxmlformats.org/officeDocument/2006/relationships/image" Target="/ppt/media/image3.jpeg" Id="R225ce9a086f443eb" /><Relationship Type="http://schemas.openxmlformats.org/officeDocument/2006/relationships/notesSlide" Target="/ppt/notesSlides/notesSlide7.xml" Id="Rfcd2bfb3159d44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b9098f301d4b54" /><Relationship Type="http://schemas.openxmlformats.org/officeDocument/2006/relationships/image" Target="/ppt/media/image4.jpeg" Id="R4b44b3ce80574ef1" /><Relationship Type="http://schemas.openxmlformats.org/officeDocument/2006/relationships/notesSlide" Target="/ppt/notesSlides/notesSlide8.xml" Id="Re2edad12b5544a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e52a672b294d26" /><Relationship Type="http://schemas.openxmlformats.org/officeDocument/2006/relationships/image" Target="/ppt/media/image5.jpeg" Id="R2a6bfaf9448d418a" /><Relationship Type="http://schemas.openxmlformats.org/officeDocument/2006/relationships/notesSlide" Target="/ppt/notesSlides/notesSlide9.xml" Id="R3fb6bb59266c45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7a8f58ec1d4e73" /><Relationship Type="http://schemas.openxmlformats.org/officeDocument/2006/relationships/image" Target="/ppt/media/image6.jpeg" Id="Raab47802f00c432d" /><Relationship Type="http://schemas.openxmlformats.org/officeDocument/2006/relationships/image" Target="/ppt/media/image7.jpeg" Id="R2b9c212045d740ba" /><Relationship Type="http://schemas.openxmlformats.org/officeDocument/2006/relationships/image" Target="/ppt/media/image8.jpeg" Id="Rd6983e831ac34264" /><Relationship Type="http://schemas.openxmlformats.org/officeDocument/2006/relationships/notesSlide" Target="/ppt/notesSlides/notesSlide10.xml" Id="Rc63fbc5d7ecc4c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e4767035e44cc8" /><Relationship Type="http://schemas.openxmlformats.org/officeDocument/2006/relationships/notesSlide" Target="/ppt/notesSlides/notesSlide11.xml" Id="R72993b92f3f944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1dbf717d3d4f61" /><Relationship Type="http://schemas.openxmlformats.org/officeDocument/2006/relationships/notesSlide" Target="/ppt/notesSlides/notesSlide12.xml" Id="R0e8f9bec72114e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28d802e24b4de8" /><Relationship Type="http://schemas.openxmlformats.org/officeDocument/2006/relationships/notesSlide" Target="/ppt/notesSlides/notesSlide13.xml" Id="R848e9d9b2dca4d6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dc1e9ce06e4569" /><Relationship Type="http://schemas.openxmlformats.org/officeDocument/2006/relationships/hyperlink" Target="https://github.com/FabricioMouzer/CardioIA-Fase3-Monitoramento-IoT" TargetMode="External" Id="R2cb83c5dd4e048ed" /><Relationship Type="http://schemas.openxmlformats.org/officeDocument/2006/relationships/hyperlink" Target="https://github.com/FabricioMouzer/CardioIA-Fase3-Monitoramento-IoT" TargetMode="External" Id="Rc09dd14c3ebe4f4f" /><Relationship Type="http://schemas.openxmlformats.org/officeDocument/2006/relationships/hyperlink" Target="https://wokwi.com/projects/478851580032675841" TargetMode="External" Id="R1ce27cf2574849d0" /><Relationship Type="http://schemas.openxmlformats.org/officeDocument/2006/relationships/hyperlink" Target="https://wokwi.com/projects/478851580032675841" TargetMode="External" Id="Rde255584ee704351" /><Relationship Type="http://schemas.openxmlformats.org/officeDocument/2006/relationships/hyperlink" Target="https://cardioia-fase3-dashboard.onrender.com/dashboard/monitoramento" TargetMode="External" Id="R25fc2f8c227c467d" /><Relationship Type="http://schemas.openxmlformats.org/officeDocument/2006/relationships/hyperlink" Target="https://cardioia-fase3-dashboard.onrender.com/dashboard/monitoramento" TargetMode="External" Id="R39090ee36b5e4949" /><Relationship Type="http://schemas.openxmlformats.org/officeDocument/2006/relationships/hyperlink" Target="https://github.com/FabricioMouzer/CardioIA-Fase3-Monitoramento-IoT/blob/main/docs/RELATORIO_EDGE_COMPUTING.md" TargetMode="External" Id="R3c04581011e9472c" /><Relationship Type="http://schemas.openxmlformats.org/officeDocument/2006/relationships/hyperlink" Target="https://github.com/FabricioMouzer/CardioIA-Fase3-Monitoramento-IoT/blob/main/docs/RELATORIO_EDGE_COMPUTING.md" TargetMode="External" Id="R2186357170494f8f" /><Relationship Type="http://schemas.openxmlformats.org/officeDocument/2006/relationships/hyperlink" Target="https://github.com/FabricioMouzer/CardioIA-Fase3-Monitoramento-IoT/blob/main/docs/RELATORIO_MQTT_DASHBOARD.md" TargetMode="External" Id="Rad9fb948b2b1425e" /><Relationship Type="http://schemas.openxmlformats.org/officeDocument/2006/relationships/hyperlink" Target="https://github.com/FabricioMouzer/CardioIA-Fase3-Monitoramento-IoT/blob/main/docs/RELATORIO_MQTT_DASHBOARD.md" TargetMode="External" Id="R095d38b0743d40bd" /><Relationship Type="http://schemas.openxmlformats.org/officeDocument/2006/relationships/hyperlink" Target="https://github.com/FabricioMouzer/CardioIA-Fase3-Monitoramento-IoT/blob/main/docs/ETAPA_7_AUDITORIA_PRE_APRESENTACAO.md" TargetMode="External" Id="Rd976dde972cf42c2" /><Relationship Type="http://schemas.openxmlformats.org/officeDocument/2006/relationships/hyperlink" Target="https://github.com/FabricioMouzer/CardioIA-Fase3-Monitoramento-IoT/blob/main/docs/ETAPA_7_AUDITORIA_PRE_APRESENTACAO.md" TargetMode="External" Id="R4d1fbebbcdb64137" /><Relationship Type="http://schemas.openxmlformats.org/officeDocument/2006/relationships/notesSlide" Target="/ppt/notesSlides/notesSlide14.xml" Id="Rd6b4031332fe4a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650D9-179D-4E69-8A41-7DE30015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F9ABB-9A9B-4921-AECE-7B17F7F2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0"/>
            <a:ext cx="5143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6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89D7C-B76A-4118-9BB6-4BCB46BB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CARDIOIA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85CF9-5378-455C-9AA6-BBB28B5B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90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Fase 3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Monitoramento contínuo com IoT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CDB3D-0939-4010-A4AF-98ADB32A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rPr>
              <a:t>Revisão das Etapas 1 a 7 e plano para concluir 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1CE66-7E16-4125-8C75-47E672EA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E165A-AE56-401B-823C-721CF92A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ESP32 • Edge • MQTT • Node-RED • Render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F82CA-62D2-4C94-82CC-95AFDBE0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Apresentação para revisão do grupo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DD630-291D-4E3D-BB79-84DD5BB0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25 de outubro de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42781-D67F-47CB-A082-956494D3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14500"/>
            <a:ext cx="171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DCD46-62B8-4EF7-8B98-6751C5C3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052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Dados sintéticos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Protótipo educacional</a:t>
            </a:r>
          </a:p>
        </p:txBody>
      </p:sp>
    </p:spTree>
    <p:extLst>
      <p:ext uri="{BB962C8B-B14F-4D97-AF65-F5344CB8AC3E}">
        <p14:creationId xmlns:p14="http://schemas.microsoft.com/office/powerpoint/2010/main" val="18315256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C23641-DD45-4484-A4D3-25FD1198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84E4B-EA1C-4192-A080-112E32D5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SITUAÇÃO ATUAL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B53A0-08BB-43A2-BF1E-D7ED6196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O núcleo técnico está validado; a liberação final depende do grupo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F57E0-0F43-46EC-804D-000D857B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8FA25-4853-4466-96CA-61114DE4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73C48-CD3F-45FC-B496-F6F5336A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BC717-C71A-44F9-B0E3-BA51E627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7/8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F72F7-510A-4E6B-A84B-47688AB3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etapas iniciadas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C59923-3E0C-4EFC-9B1A-C65B1F99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526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164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F95A6-FF8D-4D4B-9D76-0041272B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050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verificações</a:t>
            </a:r>
          </a:p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documentadas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DBE29-D788-45F8-A0C8-89709BA1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526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rPr>
              <a:t>HTTP 200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7692D-4FF3-4698-8826-5E5986DD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050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dashboard público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035080-EC65-4C56-A530-89412319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526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4CD374-2B0B-49AD-9B9A-FDD9FCA8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050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aprovações</a:t>
            </a:r>
          </a:p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pendentes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E87E5-1BF6-4DC6-831C-528F89BD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0E1FF0-7AF9-4708-B3EE-3CD86D92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D2D92-25AF-49B5-AFF3-EDE8FC31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969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Pronto: </a:t>
            </a:r>
            <a:r>
              <a:t>sensores, resiliência, MQTT, dashboard, alertas, testes e relatórios.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12DC5A-39EB-4E52-812D-3035160A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F86D3A-5F48-43AF-80C1-9C10FC70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969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Corrigido na auditoria: </a:t>
            </a:r>
            <a:r>
              <a:t>validação de enumerações, dependências, segurança administrativa e lockfile do Render.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3AB710-776C-465E-9155-8BAE1F25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3DB1AD-7526-45DE-A155-F806F3E1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969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Ainda falta: </a:t>
            </a:r>
            <a:r>
              <a:t>prazo comprovado no Portal, revisão dos quatro integrantes e entrega formal da Etapa 8.</a:t>
            </a:r>
          </a:p>
        </p:txBody>
      </p:sp>
    </p:spTree>
    <p:extLst>
      <p:ext uri="{BB962C8B-B14F-4D97-AF65-F5344CB8AC3E}">
        <p14:creationId xmlns:p14="http://schemas.microsoft.com/office/powerpoint/2010/main" val="21021390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44B1FD-EE23-44E6-9A94-582AAD3C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51F51-17EF-4981-9D38-85F3DACE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JORNADA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4D160-64FE-4590-848D-B1F5FB27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Sete etapas com portões de evidência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47F7C-2E6F-4709-A7EE-68AF380E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92271-11E5-4F7A-80A1-F7D47EB0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020D1-9EDD-41AA-83A7-552D9C47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34270-940F-4462-A505-D69B5F26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6BFF9-BF0F-4A79-8B3C-A4413B13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5B744-9678-4428-BC7A-D92A6703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43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Requisitos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23E37-380A-42C9-9D85-E42DFD3B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574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Arquitetura e contrato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5EA1B-BC32-46CA-AF17-8E71E0F9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002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5DBAC-6A57-4E39-88D6-E93DC744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2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31762-F303-4EDB-92FB-90CF7517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38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E8E4C-9D75-46C0-9426-61C96592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43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Sensores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3CBA0-DD53-4916-8960-69154AC7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574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DHT22 e BPM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DD1D8-F350-415E-BF63-BFB59763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002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36BBD-1337-4995-A1C0-BE2F2F54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5D5D2-3667-4B06-B420-8614D2A5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CFE288-9606-458F-8C1C-5256A82F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43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Edge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6FB022-E856-4FC2-B068-C449055B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574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Fila offline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DD850C-23BF-468F-8D04-43C3B82D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02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A5BACA-3993-4F1E-A0EF-EC25D876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62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CEF763-8A68-45FC-BD1E-A933972B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38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98FC5D-53B8-466B-89BD-80FA33B9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43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MQTT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1C482D-FABF-4941-8C2E-CA334091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574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Broker e 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2D3E90-4605-44DA-B747-A911553F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315EBF-A617-48B1-80B4-50FAF898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8F6C84-FB53-4B7F-8376-E685744C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814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Dashboard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4DFAD7-20E0-430C-9A6D-22840B2F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95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Visualização e alerta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854157-EC60-4E3E-8BCA-041A6A82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386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7C9FCD-C558-4BDC-B367-50FED60B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00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4C3CCB-9D83-4C34-9398-5BA4BFFF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767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029C27-88B1-4416-91A1-24970400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814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Integração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408D9E-5916-4C3A-B3A9-D801FE7B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95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Ciclo ponta a ponta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9BB77F-68E7-415D-B323-FE67325E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386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B2E5F1-F4B4-45CF-A11E-250832C1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00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D8AAB9-79F0-4A58-BE7C-6CC3697B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767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AF7526-D5F9-4DA2-9E81-382BE036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814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Entrega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A42B3D-F42B-4F3F-850E-F2743D01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95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Relatórios e revisão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EB7982-3CE7-4A78-A8BF-2A562908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Regra aplicada em todas as etapas: implementar, testar, registrar evidência e só então avançar.</a:t>
            </a:r>
          </a:p>
        </p:txBody>
      </p:sp>
    </p:spTree>
    <p:extLst>
      <p:ext uri="{BB962C8B-B14F-4D97-AF65-F5344CB8AC3E}">
        <p14:creationId xmlns:p14="http://schemas.microsoft.com/office/powerpoint/2010/main" val="2598551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861415-E763-4654-84B9-AE84B00A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A43EE-8CF4-4D86-A731-B4D622F2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CONTINUIDADE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2C00E-F567-4893-8758-ADAD2853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O que aproveitamos das fases anteriores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1FDFD-3892-41F3-B841-3B7F0438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9236F-2A9A-4A1B-BF67-AE80D911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96083-FA7F-44B2-955D-E9E8BBD4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0CA5A-3359-400D-BCB2-55DB5750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FASE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49997-70FD-4576-A956-B001115B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CardioIA e base de dados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B11AE-9238-4A56-8B68-6EA7D6D9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289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2B69A-1AD0-4557-95BD-8784E0E7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Identidade: </a:t>
            </a:r>
            <a:r>
              <a:t>foco em cardiologia e uso responsável de IA em saúde.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1BC44-CA8D-456E-8CF5-22DFEF40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B9BDB-6C43-4DAB-B1AD-9ADCEC2D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Governança: </a:t>
            </a:r>
            <a:r>
              <a:t>dados sintéticos, privacidade, vieses e limites explícitos.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8116A-6422-4635-87CC-9757CAAE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037BA9-C6A8-4D38-8329-55107A6D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Documentação: </a:t>
            </a:r>
            <a:r>
              <a:t>equipe, dicionários, reprodutibilidade e links públicos.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7F662-6469-49E5-8588-365930A6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573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AF631-073D-4D04-A803-960D764C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33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FASE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E078A-85A1-4DB5-ACCB-774354D5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Lições incorporadas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F1C862-894F-483C-908E-A2469601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289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176C5E-778C-48D5-BC96-246EE850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43200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Evidência: </a:t>
            </a:r>
            <a:r>
              <a:t>nenhum item fica concluído apenas porque existe um link.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1D31D-37C2-42FD-9F9B-2D190E1F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575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5FE67E-3660-4588-A433-939419BF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71850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Consistência: </a:t>
            </a:r>
            <a:r>
              <a:t>checklists e documentação precisam refletir o estado real.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B1F8B7-C947-4314-BD48-179B1EC8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862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A0E2D8-F978-4120-B74B-505A2206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00500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Segurança: </a:t>
            </a:r>
            <a:r>
              <a:t>testes críticos, limitações e falsos negativos recebem atenção.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2D3A4C-DD52-4AEC-9040-EEF385DA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A Fase 3 reutiliza princípios e aprendizados. Ela não depende diretamente do dataset da Fase 1.</a:t>
            </a:r>
          </a:p>
        </p:txBody>
      </p:sp>
    </p:spTree>
    <p:extLst>
      <p:ext uri="{BB962C8B-B14F-4D97-AF65-F5344CB8AC3E}">
        <p14:creationId xmlns:p14="http://schemas.microsoft.com/office/powerpoint/2010/main" val="1691307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149145-C1B4-4DB2-A5A2-7385D7F1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016DC-9772-41B5-91F3-702FFB34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ETAPA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FAC06-11F9-4C85-AFF9-3ED6E469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Arquitetura, critérios e contrato antes do código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5B83C-456D-48EE-AB81-0D040B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9CE39-6DBC-4A7E-AD68-99A270A7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9E4C2-AD0A-4B7A-B900-84BAF84E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608C3-40C4-4D3D-ABF1-DFE1A48E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8859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B20DA-441E-4573-A34C-3EC9F068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Sensores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92EA4-275D-4A99-BF88-D5143744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rPr>
              <a:t>DHT22 + BPM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9150B-C685-4A4D-80D6-47EA1DBE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8125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CA751-0BEA-48E8-BE20-79B21ACA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18859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539E8-BB6A-4A44-A9C3-543C1A30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050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496B1-852A-49FA-82C3-B95D1BF4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670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rPr>
              <a:t>ESP32 + FIFO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EE16F-05EF-4777-85B3-64FDFDEB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8125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6C0720-2A5A-44CB-8543-7C66F53F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14550"/>
            <a:ext cx="18859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AFDE64-FF4D-4884-BD91-D4434846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050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Cloud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85D864-0A6D-4AD6-8E34-351CCEC1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670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rPr>
              <a:t>HiveMQ MQTT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C9A46D-7975-4837-BCAD-EAB207BE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8125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63FA1A-0266-4979-9BBA-762B6276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14550"/>
            <a:ext cx="18859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B2D04E-C7D1-42E0-952F-6B9D09C4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050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Fog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EF6141-818D-41D7-B97B-8C43875B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rPr>
              <a:t>Node-RED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34B2AC-2D91-43F2-8C3F-B8DF5864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8397BF-AB3E-4B45-A3F1-5E828C63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14550"/>
            <a:ext cx="18859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4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ABF7F6-B359-442B-8A7A-277B0E02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050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Saída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9E672D-CE1C-4079-961D-F7D0B10F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670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rPr>
              <a:t>Dashboard + alertas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84BE7E-5AE6-41EA-BAEE-E4685AD1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A4B811-0947-490C-8E06-44720CC9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988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Contrato: </a:t>
            </a:r>
            <a:r>
              <a:t>13 campos JSON, três tópicos MQTT e enumerações controladas.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62104E-8F89-4184-AAC3-E255C2FF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A7878C-C37E-4374-9783-7347573B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988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Resiliência: </a:t>
            </a:r>
            <a:r>
              <a:t>FIFO de 2.160 amostras, equivalente a três horas na cadência nominal.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3353B4-9435-4E93-B3D3-E2FE2B2E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339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467022-0BBB-4E23-AAC4-0636F858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988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Limites: </a:t>
            </a:r>
            <a:r>
              <a:t>normal entre 50 e 120 BPM; febre acima de 38 °C; falha do DHT22 explícita.</a:t>
            </a:r>
          </a:p>
        </p:txBody>
      </p:sp>
    </p:spTree>
    <p:extLst>
      <p:ext uri="{BB962C8B-B14F-4D97-AF65-F5344CB8AC3E}">
        <p14:creationId xmlns:p14="http://schemas.microsoft.com/office/powerpoint/2010/main" val="20563939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B5EA5-037C-4947-B6FD-059EE9DF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5C4CD-C46D-4992-87FF-4E3B6400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ETAPA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BC742-4934-4306-ACA5-7E375D4B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Sensores e estados visuais validados no Wokwi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F8B22-8114-48D6-AB34-AC2EBF8B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B167D-33FC-49EC-87D4-44237F2D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B3010-21A6-473B-8014-75AE6C07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53049-3670-4768-89AA-6BF6EAC2F1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60b1322ba49fb"/>
          <a:srcRect xmlns:a="http://schemas.openxmlformats.org/drawingml/2006/main" l="0" t="43" r="0" b="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676400"/>
            <a:ext cx="5219700" cy="3581400"/>
          </a:xfrm>
          <a:prstGeom xmlns:a="http://schemas.openxmlformats.org/drawingml/2006/main" prst="roundRect">
            <a:avLst>
              <a:gd name="adj" fmla="val 3191"/>
            </a:avLst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87A9D-5709-4CF2-8FA1-DE5290EAE4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d959029f149fb"/>
          <a:srcRect xmlns:a="http://schemas.openxmlformats.org/drawingml/2006/main" l="0" t="43" r="0" b="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1676400"/>
            <a:ext cx="5219700" cy="3581400"/>
          </a:xfrm>
          <a:prstGeom xmlns:a="http://schemas.openxmlformats.org/drawingml/2006/main" prst="roundRect">
            <a:avLst>
              <a:gd name="adj" fmla="val 319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82756-6C08-4F2D-A627-C8B1EE7D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AB85C-CA7E-4C33-B49B-6635E266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7682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Estado normal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B1527-6854-4B56-8512-0BC77F2E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3C8DBC-A910-4892-A4E6-61841659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76825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Alerta de BPM alto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D3407-79C4-496E-A332-87FAD47F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DHT22 + BPM sintético • LED coerente • falha e recuperação sem reinício • cadência medida 5.018 ms (+0,36%)</a:t>
            </a:r>
          </a:p>
        </p:txBody>
      </p:sp>
    </p:spTree>
    <p:extLst>
      <p:ext uri="{BB962C8B-B14F-4D97-AF65-F5344CB8AC3E}">
        <p14:creationId xmlns:p14="http://schemas.microsoft.com/office/powerpoint/2010/main" val="10036734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EA3BCA-8EDA-4D7D-B0E0-0077FA6D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C5B7C-CC94-4B1F-A6EE-6B7210B9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ETAPA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F3D61-133B-4BB5-9874-C75AEC61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A coleta continua offline e sincroniza em ordem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E0587-7AB7-4058-BB62-7A6BA2D0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E017A-C256-4B03-A162-4BFF68DE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E3599-669C-4EF6-8BA8-D4BD8C50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477DC-2731-491D-8F2F-3E083C9AF0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ce9a086f443eb"/>
          <a:srcRect xmlns:a="http://schemas.openxmlformats.org/drawingml/2006/main" l="0" t="5699" r="0" b="56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76400"/>
            <a:ext cx="6762750" cy="4114800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1AF51-66ED-44DD-9E09-12ACB394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90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FIFO limitado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106AA-57A0-4F2D-931E-FDA87D38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288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2.160 amostras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0C7AB-6AA8-4440-97FB-3645BB0B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765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720B3-BE69-42C3-9A77-04B8E913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90850"/>
            <a:ext cx="321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Offline: </a:t>
            </a:r>
            <a:r>
              <a:t>novas leituras entram na fila.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2D824-8B6D-41A0-81EB-8C9FC3E8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861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693BE-C6DB-4156-94C7-41769BB7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321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Retorno: </a:t>
            </a:r>
            <a:r>
              <a:t>dados antigos saem primeiro.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E0109-D07C-49A6-AB5E-594B5110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957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19FDA-4117-4DBF-A820-51BECC36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10050"/>
            <a:ext cx="321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Limite: </a:t>
            </a:r>
            <a:r>
              <a:t>descarte fica visível e contabilizado.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06F032-EC22-417D-B5D8-5C535B57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053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44BBB-D4F0-4DE0-8982-D12AEC01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19650"/>
            <a:ext cx="321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Resultado: </a:t>
            </a:r>
            <a:r>
              <a:t>fila terminou em zero nos testes.</a:t>
            </a:r>
          </a:p>
        </p:txBody>
      </p:sp>
    </p:spTree>
    <p:extLst>
      <p:ext uri="{BB962C8B-B14F-4D97-AF65-F5344CB8AC3E}">
        <p14:creationId xmlns:p14="http://schemas.microsoft.com/office/powerpoint/2010/main" val="169386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C29FC-0F6E-4A27-9A57-6C417486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01283-2F99-4295-ABC4-B9E0EE8E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ETAPA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6E304-BABA-4217-9FB6-48B23E39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Mensagens MQTT comprovadas por assinante independente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02EA4-A924-4AD4-AB74-6F6A1842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D3BB9-D1FB-4061-9E5F-92B64C6A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ED48C-8F51-405E-87B6-08745F26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768EE-4173-4A9E-8A90-05C2F8566A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4b3ce80574ef1"/>
          <a:srcRect xmlns:a="http://schemas.openxmlformats.org/drawingml/2006/main" l="0" t="6530" r="0" b="65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76400"/>
            <a:ext cx="68580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5E3AC-2E38-4EBD-B4E4-1F441660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3 tópicos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F6AE6-12EF-42A9-B4E1-EAF59963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24100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telemetry</a:t>
            </a:r>
          </a:p>
          <a:p xmlns:a="http://schemas.openxmlformats.org/drawingml/2006/main">
            <a: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alert</a:t>
            </a:r>
          </a:p>
          <a:p xmlns:a="http://schemas.openxmlformats.org/drawingml/2006/main">
            <a: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6752D7-5D7D-49F5-B225-B1C95E4C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338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5FB1A-F476-4942-AA2D-C7F51552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4810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Broker: </a:t>
            </a:r>
            <a:r>
              <a:t>HiveMQ público, QoS 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DBA1D4-8DFF-4E23-A0E2-6A9EBC13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434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6F481-7054-4976-8B3C-F3B62B86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5770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Payload: </a:t>
            </a:r>
            <a:r>
              <a:t>JSON v1 com 13 campos.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E6ECE4-9BD3-4FD3-BD69-642BBCD1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530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6BC63-7D23-44CA-A6F0-BF879C28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6730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Prova: </a:t>
            </a:r>
            <a:r>
              <a:t>recepção fora do ESP32.</a:t>
            </a:r>
          </a:p>
        </p:txBody>
      </p:sp>
    </p:spTree>
    <p:extLst>
      <p:ext uri="{BB962C8B-B14F-4D97-AF65-F5344CB8AC3E}">
        <p14:creationId xmlns:p14="http://schemas.microsoft.com/office/powerpoint/2010/main" val="17858871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F4EA16-51E3-479F-ADAD-7858A5B4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30C67-1CDE-4686-8F20-303E6647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ETAPA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90CAC-13F8-4DB8-A585-17817715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Dashboard público com gráfico, gauges e alertas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3E277-0850-4DDE-A7F3-138A4C6B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7CDCA-2EF2-40F1-98C9-292B5838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92E33-8144-4291-AA67-ADDA8BA5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0209E-0B98-4887-A8A2-061493A387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bfaf9448d418a"/>
          <a:srcRect xmlns:a="http://schemas.openxmlformats.org/drawingml/2006/main" l="0" t="8818" r="0" b="8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76400"/>
            <a:ext cx="72390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B0EFA-8C89-41FC-82FF-1FAEF573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6F880-618D-44E8-BBB5-528EE5CF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verificações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5436E-3CA9-48BA-BD69-6C974580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6EFBD-17D7-4B77-B5E0-3218F265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480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estados clínicos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15408-B5C2-4680-AC59-CA688326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862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E43B25-0B07-4C68-8829-C42F80B8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0050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Disponível: </a:t>
            </a:r>
            <a:r>
              <a:t>Render com health check.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9CCDA5-F421-4731-B64A-1B96B69D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148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ACFBFE-568C-4927-B1A2-0D96B24F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2915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Seguro: </a:t>
            </a:r>
            <a:r>
              <a:t>editor e API administrativa bloqueados.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DFB4ED-CA80-4CD8-B752-A900707B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435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85B1A-2BB1-4C4C-A28E-FD66DEDE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5780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Orientação: </a:t>
            </a:r>
            <a:r>
              <a:t>offline indica iniciar o Wokwi.</a:t>
            </a:r>
          </a:p>
        </p:txBody>
      </p:sp>
    </p:spTree>
    <p:extLst>
      <p:ext uri="{BB962C8B-B14F-4D97-AF65-F5344CB8AC3E}">
        <p14:creationId xmlns:p14="http://schemas.microsoft.com/office/powerpoint/2010/main" val="3522903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E25F10-66CE-4DB1-9AB8-C49EED36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2C382-0198-4C6D-8BA8-CA9A7A2E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ETAPA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C263A-70FC-4936-91BB-8F3391B8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O fluxo completo respondeu a cenários clínicos e técnicos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1ABD0-A3AA-4DDC-A8DD-291D1BE7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15ED6-6919-40E0-AAEB-CB4D9712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078BC-8F90-489D-86FD-203ECE12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BA85C-E805-41C3-AA5B-AD607E30C7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47802f00c432d"/>
          <a:srcRect xmlns:a="http://schemas.openxmlformats.org/drawingml/2006/main" l="11359" t="0" r="113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33550"/>
            <a:ext cx="3429000" cy="30480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8AF11-DE93-45BE-AC7A-96EB9A9671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c212045d740ba"/>
          <a:srcRect xmlns:a="http://schemas.openxmlformats.org/drawingml/2006/main" l="11359" t="0" r="113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0" y="1733550"/>
            <a:ext cx="3429000" cy="30480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55612-82CB-42CA-B008-DF68B35964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83e831ac34264"/>
          <a:srcRect xmlns:a="http://schemas.openxmlformats.org/drawingml/2006/main" l="11359" t="0" r="113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53400" y="1733550"/>
            <a:ext cx="3429000" cy="30480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97BEA-D277-4A9E-BBB0-B26869D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333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10058-8662-440B-B6C0-4E56A5E8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96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BPM alto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A1579-0D6A-4C6E-9295-C2688CB0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529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4C6FC-D920-4589-9154-5AA5008D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196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BPM baixo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E9C9B-9404-46EB-A0D4-4BF4622B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529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17C9A2-7F19-4DB7-8634-89665FB1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19625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Falha DHT22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5EA1D-61D9-4123-8316-E7C88B3F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Duas execuções independentes confirmaram reinício da sequência, transições de alerta, recuperação, sincronização e fila final zero.</a:t>
            </a:r>
          </a:p>
        </p:txBody>
      </p:sp>
    </p:spTree>
    <p:extLst>
      <p:ext uri="{BB962C8B-B14F-4D97-AF65-F5344CB8AC3E}">
        <p14:creationId xmlns:p14="http://schemas.microsoft.com/office/powerpoint/2010/main" val="13207752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1734D2-CC27-43D4-BE9F-6CF564CB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BDA3C-FE08-454D-9BE5-33D04F54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ETAPA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2A089-29A8-4E13-87C2-AF983A63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Documentação revisada e auditoria técnica registrada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91190-F13B-4469-A9B7-B1CD88E8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A4C1A-1DF6-488A-97B3-0A06603B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38508-BEC5-4FF9-BFFD-E168BA84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18790-25A5-4BC7-B9E2-55C4A3A5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85A09-DB22-4667-8C94-06AF8D20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páginas</a:t>
            </a:r>
          </a:p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Relatório 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B41C9-B18D-48AF-BD9E-C227C03D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907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F6100-67DE-47C5-80A4-140DDA5D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páginas</a:t>
            </a:r>
          </a:p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Relatório MQTT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3454E-32B3-4722-B3FC-9AAC5C8E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907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8D75E-10BB-443A-A163-2B9D06D3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checagens</a:t>
            </a:r>
          </a:p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documentais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01070-EB48-4DB5-9C15-CDDC7CA8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A873BD-A29D-4EFD-ABAD-85D7E490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correções de deploy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D1CABF-D2FC-48F3-9E79-7055464D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88066F-420C-4807-9DE3-ED66BD6B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4CF5D-0A65-4B5D-A779-1186F6C6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988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Conteúdo: </a:t>
            </a:r>
            <a:r>
              <a:t>README, dois relatórios, PDFs, evidências e apresentação editável.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4CA08-A3AB-4850-9BCE-63691307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3FA5EC-AEA1-42E3-A4D7-C2AE9C5F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988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Auditoria: </a:t>
            </a:r>
            <a:r>
              <a:t>enumerações inválidas agora são rejeitadas e dependências vulneráveis foram reduzidas.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2DA627-0662-4C22-9C78-32A2B4E7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B71E8F-AE21-437B-90B7-11204135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988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Render: </a:t>
            </a:r>
            <a:r>
              <a:t>lockfile íntegro publicado no commit dd83ed3; deploy confirmado como live.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19CA70-7BD8-49C2-9715-A887D105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D5174B-33A2-4169-89E4-177954D0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0"/>
            <a:ext cx="988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Reteste: </a:t>
            </a:r>
            <a:r>
              <a:t>dashboard HTTP 200; raiz administrativa HTTP 404.</a:t>
            </a:r>
          </a:p>
        </p:txBody>
      </p:sp>
    </p:spTree>
    <p:extLst>
      <p:ext uri="{BB962C8B-B14F-4D97-AF65-F5344CB8AC3E}">
        <p14:creationId xmlns:p14="http://schemas.microsoft.com/office/powerpoint/2010/main" val="4719376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A5DCB0-40F2-4B7A-8859-2237B1F4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CEF67-6B94-4682-A5DF-8A8358F8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COBERTURA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3DFE2-080E-4CD7-AC13-B8FD9DB2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O barema obrigatório possui implementação e evidência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EB239-AA00-412D-93FB-1A3614C9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7F5B6-150B-47BA-B129-64866624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E553A-6E1D-4660-961E-EE9F9C6B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2AC4F-1568-482E-B6E1-7309BE1C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CRITÉRIO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1FADB-DDDC-4540-9AE5-8E9758B4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VALOR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B85D2-18FB-411D-9615-4BAB0307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EVIDÊNCIA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B0758-8D7B-41A8-AD2E-54247BF0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AD136-BF54-4CDC-B96E-A0567379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Leitura de sensores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3D0F6-76DD-4B7F-98E1-C01F7BC5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2 pontos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9F4B8E-6F6B-4813-9A93-60345247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rPr>
              <a:t>Aprovado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D3C61E-1BA7-4535-A5B2-96FDBFA9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1CB71E-115F-464F-A5EE-0D782A25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Resiliência offline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35CF3-780D-4A1E-B2E7-11960C99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2 pontos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C411C2-5F47-4922-B67C-7C9248CD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5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rPr>
              <a:t>Aprovado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FFE21F-B787-4BBA-89EE-C8CAC3D6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9C7F41-5D08-41A2-9D67-33243B4A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MQTT e broker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56928F-4FBD-4708-8622-96124666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2 pontos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2329D1-FE74-402F-8068-FBC0AE92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814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rPr>
              <a:t>Aprovado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C73E35-49F4-4A6F-BEEA-401C45C2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2FDD55-1B1B-4E5C-8780-22CEA23A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Dashboard e alertas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0DC01B-CA21-44A9-973A-9D69CFBF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2 pontos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4E8344-DCA4-40CE-9BE7-AC4179E7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67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rPr>
              <a:t>Aprovado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9C2478-DA6B-4984-AA50-499B199B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D04548-2F89-400E-8088-B5B9AFED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Código e relatórios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8436E8-BFCD-42EB-8352-3CB7BD07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2 pontos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3D1329-ABFC-49D4-AC31-AEB7E2CB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rPr>
              <a:t>Aprovado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3C018A-99A9-4C6E-A0A6-DDB82A9A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A pontuação oficial depende da avaliação da FIAP. Esta tabela demonstra cobertura técnica, não antecipa a nota.</a:t>
            </a:r>
          </a:p>
        </p:txBody>
      </p:sp>
    </p:spTree>
    <p:extLst>
      <p:ext uri="{BB962C8B-B14F-4D97-AF65-F5344CB8AC3E}">
        <p14:creationId xmlns:p14="http://schemas.microsoft.com/office/powerpoint/2010/main" val="19519004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A28130-B836-4DF6-BE0E-2BF738DD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3A343-3D6A-4377-B6C2-01006B8B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PRÓXIMOS PASSOS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CEB3A-D3E0-4D18-8D31-BB4B3808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Quatro ações separam o projeto da entrega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C141A-6162-46A5-90EE-1E20CE39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269A9-A7DC-4845-918E-3BC1AD1C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11C3E-FB8B-4C98-BF98-E0C0A278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F0B2D-6C91-44F9-8522-A3227DA3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AF4D0-3E56-4EB8-9790-DA646407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7AB028-4566-46CF-914D-5D60A7D2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57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Prazo oficial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BDC85-94B2-4F05-871C-41672BA5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57350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Registrar captura com data e horário no Portal FIAP.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D674E-A4F5-4CD3-AABA-16378ADB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625007-132A-47C9-8D02-92AC5CE4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539AF-5BB9-4F30-AA11-65EC6CE5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33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Revisão do grupo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E52801-F822-4751-A933-EC1433D4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33650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Cada integrante responde APROVADO SEM CORREÇÕES ou descreve ajustes.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DB3856-2E08-4E55-8DE9-EAF96AFD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3901C-07A6-4C0D-97F3-2AE92A8F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BEB5E9-02D5-4EFE-B4DF-B16DA7DB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09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Encerrar Etapa 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89A51C-D734-405C-9016-D9AE5E94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09950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Atualizar T7-14, T7-15 e T7-16 após as quatro respostas.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667AFB-9050-42F6-B0B1-88F49AC3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C00E0-C2F3-4B3B-87A8-B32470C1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C9D90F-6025-40DF-BC1A-4D48793B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6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Etapa 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ABFFD1-7E7E-40C4-B01A-82CDD703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86250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Auditar o barema, criar release, enviar e preservar o comprovante.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34CD41-E1B5-42FA-A043-B938E6DB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Status correto agora: núcleo técnico pronto; trabalho ainda não liberado como 100%.</a:t>
            </a:r>
          </a:p>
        </p:txBody>
      </p:sp>
    </p:spTree>
    <p:extLst>
      <p:ext uri="{BB962C8B-B14F-4D97-AF65-F5344CB8AC3E}">
        <p14:creationId xmlns:p14="http://schemas.microsoft.com/office/powerpoint/2010/main" val="6952413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EECAC2-A55B-4123-80E3-77F1F610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FFADE-488B-4790-A501-5A7F9670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REVISÃO DO GRUPO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7D87C-4E35-4618-B844-CE436D2A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Links públicos para teste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409B3-3CD5-43FB-B596-D32BA5E1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E8EFF2"/>
                </a:solidFill>
                <a:latin typeface="DejaVu Sans"/>
                <a:ea typeface="DejaVu Sans"/>
                <a:cs typeface="DejaVu Sans"/>
              </a:rPr>
              <a:t>No PowerPoint: Ctrl+clique no modo de edição ou clique durante a apresentação. No WhatsApp, prefira o PDF.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5F78C-D6DA-4535-A88A-EEA87F1F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3333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4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4C3CB-594D-42C1-940C-397E7E25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b="1" u="sng">
                <a:solidFill>
                  <a:srgbClr val="071521"/>
                </a:solidFill>
                <a:hlinkClick xmlns:r="http://schemas.openxmlformats.org/officeDocument/2006/relationships" r:id="R2cb83c5dd4e048ed"/>
              </a:rPr>
              <a:t>ABRIR REPOSITÓRIO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AAA5F-92B5-4E0A-A8E7-1B190148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u="sng">
                <a:solidFill>
                  <a:srgbClr val="E8EFF2"/>
                </a:solidFill>
                <a:hlinkClick xmlns:r="http://schemas.openxmlformats.org/officeDocument/2006/relationships" r:id="Rc09dd14c3ebe4f4f"/>
              </a:rPr>
              <a:t>GitHub público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BEF63-EBCB-42E7-BB1F-F54911C4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33600"/>
            <a:ext cx="3333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4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4D866-AA3D-4AF7-88F3-A547E79C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3837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b="1" u="sng">
                <a:solidFill>
                  <a:srgbClr val="071521"/>
                </a:solidFill>
                <a:hlinkClick xmlns:r="http://schemas.openxmlformats.org/officeDocument/2006/relationships" r:id="R1ce27cf2574849d0"/>
              </a:rPr>
              <a:t>ABRIR WOKWI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0F7F3C-CC11-44F0-9FBB-2633FDBC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4320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u="sng">
                <a:solidFill>
                  <a:srgbClr val="E8EFF2"/>
                </a:solidFill>
                <a:hlinkClick xmlns:r="http://schemas.openxmlformats.org/officeDocument/2006/relationships" r:id="Rde255584ee704351"/>
              </a:rPr>
              <a:t>Circuito e código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1728E9-D4B2-4FE2-B476-BBF6DB1F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333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4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7ACB0-3AB4-4F39-96AF-605F705F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3837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b="1" u="sng">
                <a:solidFill>
                  <a:srgbClr val="071521"/>
                </a:solidFill>
                <a:hlinkClick xmlns:r="http://schemas.openxmlformats.org/officeDocument/2006/relationships" r:id="R25fc2f8c227c467d"/>
              </a:rPr>
              <a:t>ABRIR DASHBOARD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4DD46-C19C-47F0-994F-55BBAEE1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4320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u="sng">
                <a:solidFill>
                  <a:srgbClr val="E8EFF2"/>
                </a:solidFill>
                <a:hlinkClick xmlns:r="http://schemas.openxmlformats.org/officeDocument/2006/relationships" r:id="R39090ee36b5e4949"/>
              </a:rPr>
              <a:t>Monitoramento no Render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1B076-C2A7-47F3-9C75-2AAA56AF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3333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CDEF0E-0454-4C44-A81F-CA61E8C9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b="1" u="sng">
                <a:solidFill>
                  <a:srgbClr val="071521"/>
                </a:solidFill>
                <a:hlinkClick xmlns:r="http://schemas.openxmlformats.org/officeDocument/2006/relationships" r:id="R3c04581011e9472c"/>
              </a:rPr>
              <a:t>RELATÓRIO 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83A138-3FF3-489E-B199-486B3821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u="sng">
                <a:solidFill>
                  <a:srgbClr val="E8EFF2"/>
                </a:solidFill>
                <a:hlinkClick xmlns:r="http://schemas.openxmlformats.org/officeDocument/2006/relationships" r:id="R2186357170494f8f"/>
              </a:rPr>
              <a:t>Leitura direta no GitHub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593160-1919-46BA-9354-F3D8612F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62350"/>
            <a:ext cx="3333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530BB7-F594-40D8-8585-BE0A6D68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6712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b="1" u="sng">
                <a:solidFill>
                  <a:srgbClr val="071521"/>
                </a:solidFill>
                <a:hlinkClick xmlns:r="http://schemas.openxmlformats.org/officeDocument/2006/relationships" r:id="Rad9fb948b2b1425e"/>
              </a:rPr>
              <a:t>RELATÓRIO MQTT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544D13-882B-4A79-B358-8437FB2D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719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u="sng">
                <a:solidFill>
                  <a:srgbClr val="E8EFF2"/>
                </a:solidFill>
                <a:hlinkClick xmlns:r="http://schemas.openxmlformats.org/officeDocument/2006/relationships" r:id="R095d38b0743d40bd"/>
              </a:rPr>
              <a:t>Leitura direta no GitHub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AA38F8-FDB7-4CC6-B5DF-078D5DF5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62350"/>
            <a:ext cx="3333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BCFB96-2C64-42CF-A87D-B043CF93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6712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b="1" u="sng">
                <a:solidFill>
                  <a:srgbClr val="071521"/>
                </a:solidFill>
                <a:hlinkClick xmlns:r="http://schemas.openxmlformats.org/officeDocument/2006/relationships" r:id="Rd976dde972cf42c2"/>
              </a:rPr>
              <a:t>ABRIR AUDITORIA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614755-9185-478A-962C-1220566A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719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u="sng">
                <a:solidFill>
                  <a:srgbClr val="E8EFF2"/>
                </a:solidFill>
                <a:hlinkClick xmlns:r="http://schemas.openxmlformats.org/officeDocument/2006/relationships" r:id="R4d1fbebbcdb64137"/>
              </a:rPr>
              <a:t>Pendências e validações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F5986E-2EE6-444F-96D6-6FDBE301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Após testar, respondam no grupo: APROVADO SEM CORREÇÕES ou CORREÇÕES SOLICITADAS: [descrever]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6B8780-FE06-4876-AA47-F8665920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Fabrício RM566777 • Enzo RM567599 • Larissa RM568280 • Gabriel RM568480</a:t>
            </a:r>
          </a:p>
        </p:txBody>
      </p:sp>
    </p:spTree>
    <p:extLst>
      <p:ext uri="{BB962C8B-B14F-4D97-AF65-F5344CB8AC3E}">
        <p14:creationId xmlns:p14="http://schemas.microsoft.com/office/powerpoint/2010/main" val="13447316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2026-10-25T17:49:20.8120000Z</dcterms:created>
  <dcterms:modified xsi:type="dcterms:W3CDTF">2026-10-25T17:49:20.8120000Z</dcterms:modified>
</coreProperties>
</file>