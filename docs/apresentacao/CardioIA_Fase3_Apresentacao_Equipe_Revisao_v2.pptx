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818fbd2bf475a" /><Relationship Type="http://schemas.openxmlformats.org/officeDocument/2006/relationships/extended-properties" Target="/docProps/app.xml" Id="R06c493c809564958" /><Relationship Type="http://schemas.openxmlformats.org/officeDocument/2006/relationships/officeDocument" Target="/ppt/presentation.xml" Id="R090a03c13f98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ba653c31ac48a1"/>
  </p:sldMasterIdLst>
  <p:notesMasterIdLst>
    <p:notesMasterId xmlns:r="http://schemas.openxmlformats.org/officeDocument/2006/relationships" r:id="R62edbb9690464184"/>
  </p:notesMasterIdLst>
  <p:sldIdLst>
    <p:sldId xmlns:r="http://schemas.openxmlformats.org/officeDocument/2006/relationships" id="256" r:id="Rc0de9d9a52814b8d"/>
    <p:sldId xmlns:r="http://schemas.openxmlformats.org/officeDocument/2006/relationships" id="257" r:id="R3911cff597f64dae"/>
    <p:sldId xmlns:r="http://schemas.openxmlformats.org/officeDocument/2006/relationships" id="258" r:id="Rb676849cf0f642bf"/>
    <p:sldId xmlns:r="http://schemas.openxmlformats.org/officeDocument/2006/relationships" id="259" r:id="R072558d293ce4273"/>
    <p:sldId xmlns:r="http://schemas.openxmlformats.org/officeDocument/2006/relationships" id="260" r:id="Rcab4a024a42b46a3"/>
    <p:sldId xmlns:r="http://schemas.openxmlformats.org/officeDocument/2006/relationships" id="261" r:id="Rd26a26de57374624"/>
    <p:sldId xmlns:r="http://schemas.openxmlformats.org/officeDocument/2006/relationships" id="262" r:id="R9d905712211a4ce9"/>
    <p:sldId xmlns:r="http://schemas.openxmlformats.org/officeDocument/2006/relationships" id="263" r:id="R725616cdbc6049fb"/>
    <p:sldId xmlns:r="http://schemas.openxmlformats.org/officeDocument/2006/relationships" id="264" r:id="R9b9f65e390d04271"/>
    <p:sldId xmlns:r="http://schemas.openxmlformats.org/officeDocument/2006/relationships" id="265" r:id="R9f14607a412a43be"/>
    <p:sldId xmlns:r="http://schemas.openxmlformats.org/officeDocument/2006/relationships" id="266" r:id="R5b5d477e894142ef"/>
    <p:sldId xmlns:r="http://schemas.openxmlformats.org/officeDocument/2006/relationships" id="267" r:id="R312c18f3e72a4985"/>
    <p:sldId xmlns:r="http://schemas.openxmlformats.org/officeDocument/2006/relationships" id="268" r:id="Raee0f805ece8435e"/>
    <p:sldId xmlns:r="http://schemas.openxmlformats.org/officeDocument/2006/relationships" id="269" r:id="R2dc0d3232d2243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56cdb7550a442d" /><Relationship Type="http://schemas.openxmlformats.org/officeDocument/2006/relationships/slideMaster" Target="/ppt/slideMasters/slideMaster1.xml" Id="Rccba653c31ac48a1" /><Relationship Type="http://schemas.openxmlformats.org/officeDocument/2006/relationships/notesMaster" Target="/ppt/notesMasters/notesMaster1.xml" Id="R62edbb9690464184" /><Relationship Type="http://schemas.openxmlformats.org/officeDocument/2006/relationships/presProps" Target="/ppt/presProps.xml" Id="Rd386a2b78cfc44a9" /><Relationship Type="http://schemas.openxmlformats.org/officeDocument/2006/relationships/tableStyles" Target="/ppt/tableStyles.xml" Id="R8fd9bb6d9a7f4c3f" /><Relationship Type="http://schemas.openxmlformats.org/officeDocument/2006/relationships/slide" Target="/ppt/slides/slide1.xml" Id="Rc0de9d9a52814b8d" /><Relationship Type="http://schemas.openxmlformats.org/officeDocument/2006/relationships/slide" Target="/ppt/slides/slide2.xml" Id="R3911cff597f64dae" /><Relationship Type="http://schemas.openxmlformats.org/officeDocument/2006/relationships/slide" Target="/ppt/slides/slide3.xml" Id="Rb676849cf0f642bf" /><Relationship Type="http://schemas.openxmlformats.org/officeDocument/2006/relationships/slide" Target="/ppt/slides/slide4.xml" Id="R072558d293ce4273" /><Relationship Type="http://schemas.openxmlformats.org/officeDocument/2006/relationships/slide" Target="/ppt/slides/slide5.xml" Id="Rcab4a024a42b46a3" /><Relationship Type="http://schemas.openxmlformats.org/officeDocument/2006/relationships/slide" Target="/ppt/slides/slide6.xml" Id="Rd26a26de57374624" /><Relationship Type="http://schemas.openxmlformats.org/officeDocument/2006/relationships/slide" Target="/ppt/slides/slide7.xml" Id="R9d905712211a4ce9" /><Relationship Type="http://schemas.openxmlformats.org/officeDocument/2006/relationships/slide" Target="/ppt/slides/slide8.xml" Id="R725616cdbc6049fb" /><Relationship Type="http://schemas.openxmlformats.org/officeDocument/2006/relationships/slide" Target="/ppt/slides/slide9.xml" Id="R9b9f65e390d04271" /><Relationship Type="http://schemas.openxmlformats.org/officeDocument/2006/relationships/slide" Target="/ppt/slides/slide10.xml" Id="R9f14607a412a43be" /><Relationship Type="http://schemas.openxmlformats.org/officeDocument/2006/relationships/slide" Target="/ppt/slides/slide11.xml" Id="R5b5d477e894142ef" /><Relationship Type="http://schemas.openxmlformats.org/officeDocument/2006/relationships/slide" Target="/ppt/slides/slide12.xml" Id="R312c18f3e72a4985" /><Relationship Type="http://schemas.openxmlformats.org/officeDocument/2006/relationships/slide" Target="/ppt/slides/slide13.xml" Id="Raee0f805ece8435e" /><Relationship Type="http://schemas.openxmlformats.org/officeDocument/2006/relationships/slide" Target="/ppt/slides/slide14.xml" Id="R2dc0d3232d22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0c324d74e2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a6fc980fc2471e" /><Relationship Type="http://schemas.openxmlformats.org/officeDocument/2006/relationships/notesMaster" Target="/ppt/notesMasters/notesMaster1.xml" Id="R1a4486075472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2c973d601144b5" /><Relationship Type="http://schemas.openxmlformats.org/officeDocument/2006/relationships/notesMaster" Target="/ppt/notesMasters/notesMaster1.xml" Id="Rddd502a9520d42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d52a226bfd46e3" /><Relationship Type="http://schemas.openxmlformats.org/officeDocument/2006/relationships/notesMaster" Target="/ppt/notesMasters/notesMaster1.xml" Id="R35305017483349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fbf9f5612c463b" /><Relationship Type="http://schemas.openxmlformats.org/officeDocument/2006/relationships/notesMaster" Target="/ppt/notesMasters/notesMaster1.xml" Id="R122aff1930cf48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cdcd82f8fa480d" /><Relationship Type="http://schemas.openxmlformats.org/officeDocument/2006/relationships/notesMaster" Target="/ppt/notesMasters/notesMaster1.xml" Id="R39ae76d2244d4c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8be7b91d194def" /><Relationship Type="http://schemas.openxmlformats.org/officeDocument/2006/relationships/notesMaster" Target="/ppt/notesMasters/notesMaster1.xml" Id="R8466d814fb544b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bf6992da2b4efd" /><Relationship Type="http://schemas.openxmlformats.org/officeDocument/2006/relationships/notesMaster" Target="/ppt/notesMasters/notesMaster1.xml" Id="R1b8c781a3fb440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f8c88aa14a4096" /><Relationship Type="http://schemas.openxmlformats.org/officeDocument/2006/relationships/notesMaster" Target="/ppt/notesMasters/notesMaster1.xml" Id="Rae896bd4361744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083740840b4b91" /><Relationship Type="http://schemas.openxmlformats.org/officeDocument/2006/relationships/notesMaster" Target="/ppt/notesMasters/notesMaster1.xml" Id="R1b1d781859be49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3400e71c934f8a" /><Relationship Type="http://schemas.openxmlformats.org/officeDocument/2006/relationships/notesMaster" Target="/ppt/notesMasters/notesMaster1.xml" Id="R8fbe356e923144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d1a52b59b04852" /><Relationship Type="http://schemas.openxmlformats.org/officeDocument/2006/relationships/notesMaster" Target="/ppt/notesMasters/notesMaster1.xml" Id="R5514edd8481c42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3d795e039a4f76" /><Relationship Type="http://schemas.openxmlformats.org/officeDocument/2006/relationships/notesMaster" Target="/ppt/notesMasters/notesMaster1.xml" Id="Rac7e96c98d964b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4b4734b95a410d" /><Relationship Type="http://schemas.openxmlformats.org/officeDocument/2006/relationships/notesMaster" Target="/ppt/notesMasters/notesMaster1.xml" Id="Rdca8beda2f6e4a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26a314987d405c" /><Relationship Type="http://schemas.openxmlformats.org/officeDocument/2006/relationships/notesMaster" Target="/ppt/notesMasters/notesMaster1.xml" Id="R3f866cbe81b6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051b6b30f41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ea431fbe745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eb1205bcc4e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7f33122b94c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39f6f58c443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0fc7dd67445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1B4048-92A7-4023-8978-001D328D3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342979-B2EF-45A9-BFD7-F4D10CFE88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D686E8-0972-4A3D-B939-3DF46DDD6C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261F3E-E6F5-443D-878D-424C7BC15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74F55C-8CA3-49B9-9D85-1D055F6BB0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5065B6-9F82-4E96-A484-A84E7C038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7C5B04-403D-4F2C-A408-DC8AB34686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FCE5B3-9E67-4CA4-ADE1-65F9683CDF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E5152A-5582-4A68-B622-28605AC60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C71FF8-8AAB-4B5F-B571-3B9F4D9DF0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8d52077a5b497c" /><Relationship Type="http://schemas.openxmlformats.org/officeDocument/2006/relationships/slideLayout" Target="/ppt/slideLayouts/slideLayout1.xml" Id="R7c62c021316043e6" /><Relationship Type="http://schemas.openxmlformats.org/officeDocument/2006/relationships/slideLayout" Target="/ppt/slideLayouts/slideLayout2.xml" Id="R15240a5c32cc4093" /><Relationship Type="http://schemas.openxmlformats.org/officeDocument/2006/relationships/slideLayout" Target="/ppt/slideLayouts/slideLayout3.xml" Id="Rd1fc6845335a4ec0" /><Relationship Type="http://schemas.openxmlformats.org/officeDocument/2006/relationships/slideLayout" Target="/ppt/slideLayouts/slideLayout4.xml" Id="R1859828a24e447c4" /><Relationship Type="http://schemas.openxmlformats.org/officeDocument/2006/relationships/slideLayout" Target="/ppt/slideLayouts/slideLayout5.xml" Id="R2274900b555e4b1b" /><Relationship Type="http://schemas.openxmlformats.org/officeDocument/2006/relationships/slideLayout" Target="/ppt/slideLayouts/slideLayout6.xml" Id="R347ac490bf1f47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62c021316043e6"/>
    <p:sldLayoutId xmlns:r="http://schemas.openxmlformats.org/officeDocument/2006/relationships" id="2147483650" r:id="R15240a5c32cc4093"/>
    <p:sldLayoutId xmlns:r="http://schemas.openxmlformats.org/officeDocument/2006/relationships" id="2147483651" r:id="Rd1fc6845335a4ec0"/>
    <p:sldLayoutId xmlns:r="http://schemas.openxmlformats.org/officeDocument/2006/relationships" id="2147483652" r:id="R1859828a24e447c4"/>
    <p:sldLayoutId xmlns:r="http://schemas.openxmlformats.org/officeDocument/2006/relationships" id="2147483653" r:id="R2274900b555e4b1b"/>
    <p:sldLayoutId xmlns:r="http://schemas.openxmlformats.org/officeDocument/2006/relationships" id="2147483654" r:id="R347ac490bf1f47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8e829b94c4849" /><Relationship Type="http://schemas.openxmlformats.org/officeDocument/2006/relationships/notesSlide" Target="/ppt/notesSlides/notesSlide1.xml" Id="R95a203f1619244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16e756d1d402d" /><Relationship Type="http://schemas.openxmlformats.org/officeDocument/2006/relationships/notesSlide" Target="/ppt/notesSlides/notesSlide2.xml" Id="R69113f74d4cd45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070316fd04f45" /><Relationship Type="http://schemas.openxmlformats.org/officeDocument/2006/relationships/notesSlide" Target="/ppt/notesSlides/notesSlide3.xml" Id="R58bc26075c6a40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7713c10044e32" /><Relationship Type="http://schemas.openxmlformats.org/officeDocument/2006/relationships/notesSlide" Target="/ppt/notesSlides/notesSlide4.xml" Id="Re3497caeaddb44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0635aabac499d" /><Relationship Type="http://schemas.openxmlformats.org/officeDocument/2006/relationships/notesSlide" Target="/ppt/notesSlides/notesSlide5.xml" Id="Rc911d1cb73ab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1c797aed24bda" /><Relationship Type="http://schemas.openxmlformats.org/officeDocument/2006/relationships/image" Target="/ppt/media/image.jpeg" Id="R30d834d54e0441b3" /><Relationship Type="http://schemas.openxmlformats.org/officeDocument/2006/relationships/image" Target="/ppt/media/image2.jpeg" Id="Rf40a861fc86244a4" /><Relationship Type="http://schemas.openxmlformats.org/officeDocument/2006/relationships/notesSlide" Target="/ppt/notesSlides/notesSlide6.xml" Id="Rf795e665d10342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32aaf84cd495b" /><Relationship Type="http://schemas.openxmlformats.org/officeDocument/2006/relationships/image" Target="/ppt/media/image3.jpeg" Id="R26bd8dfd31324b31" /><Relationship Type="http://schemas.openxmlformats.org/officeDocument/2006/relationships/notesSlide" Target="/ppt/notesSlides/notesSlide7.xml" Id="Rbcbfa8a2415b43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8a1e50ac841e0" /><Relationship Type="http://schemas.openxmlformats.org/officeDocument/2006/relationships/image" Target="/ppt/media/image4.jpeg" Id="Rb4c19389e4cd4818" /><Relationship Type="http://schemas.openxmlformats.org/officeDocument/2006/relationships/notesSlide" Target="/ppt/notesSlides/notesSlide8.xml" Id="Re615b742bcf540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37f4567e64f25" /><Relationship Type="http://schemas.openxmlformats.org/officeDocument/2006/relationships/image" Target="/ppt/media/image5.jpeg" Id="R62c1e09a9a9f49f3" /><Relationship Type="http://schemas.openxmlformats.org/officeDocument/2006/relationships/notesSlide" Target="/ppt/notesSlides/notesSlide9.xml" Id="Recabd99235bb4d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9b90ca1a94203" /><Relationship Type="http://schemas.openxmlformats.org/officeDocument/2006/relationships/image" Target="/ppt/media/image6.jpeg" Id="R26434f9b016c4713" /><Relationship Type="http://schemas.openxmlformats.org/officeDocument/2006/relationships/image" Target="/ppt/media/image7.jpeg" Id="R1d0bf00944f74f3f" /><Relationship Type="http://schemas.openxmlformats.org/officeDocument/2006/relationships/image" Target="/ppt/media/image8.jpeg" Id="R7290a932339342aa" /><Relationship Type="http://schemas.openxmlformats.org/officeDocument/2006/relationships/notesSlide" Target="/ppt/notesSlides/notesSlide10.xml" Id="Radb20aa3058848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e2307f3124675" /><Relationship Type="http://schemas.openxmlformats.org/officeDocument/2006/relationships/notesSlide" Target="/ppt/notesSlides/notesSlide11.xml" Id="Racb739cbbceb4b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4cfad845a4e46" /><Relationship Type="http://schemas.openxmlformats.org/officeDocument/2006/relationships/notesSlide" Target="/ppt/notesSlides/notesSlide12.xml" Id="Rf5ea1ab3b51f4d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c9d099ee64a58" /><Relationship Type="http://schemas.openxmlformats.org/officeDocument/2006/relationships/notesSlide" Target="/ppt/notesSlides/notesSlide13.xml" Id="R04a45b76408049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814879672489c" /><Relationship Type="http://schemas.openxmlformats.org/officeDocument/2006/relationships/hyperlink" Target="https://github.com/FabricioMouzer/CardioIA-Fase3-Monitoramento-IoT" TargetMode="External" Id="Rf873ab7dc50b47a0" /><Relationship Type="http://schemas.openxmlformats.org/officeDocument/2006/relationships/hyperlink" Target="https://wokwi.com/projects/478851580032675841" TargetMode="External" Id="R6042cf76c1ba4bed" /><Relationship Type="http://schemas.openxmlformats.org/officeDocument/2006/relationships/hyperlink" Target="https://cardioia-fase3-dashboard.onrender.com/dashboard/monitoramento" TargetMode="External" Id="R2364ff6fd7f6421b" /><Relationship Type="http://schemas.openxmlformats.org/officeDocument/2006/relationships/hyperlink" Target="https://github.com/FabricioMouzer/CardioIA-Fase3-Monitoramento-IoT/blob/main/docs/relatorios/CardioIA_Parte_1_Edge_Computing.pdf" TargetMode="External" Id="R4414086220e640c9" /><Relationship Type="http://schemas.openxmlformats.org/officeDocument/2006/relationships/hyperlink" Target="https://github.com/FabricioMouzer/CardioIA-Fase3-Monitoramento-IoT/blob/main/docs/relatorios/CardioIA_Parte_2_MQTT_Dashboard.pdf" TargetMode="External" Id="Rea9f8913d62d4c41" /><Relationship Type="http://schemas.openxmlformats.org/officeDocument/2006/relationships/hyperlink" Target="https://github.com/FabricioMouzer/CardioIA-Fase3-Monitoramento-IoT/blob/main/docs/ETAPA_7_AUDITORIA_PRE_APRESENTACAO.md" TargetMode="External" Id="R2d3e0919506742c6" /><Relationship Type="http://schemas.openxmlformats.org/officeDocument/2006/relationships/notesSlide" Target="/ppt/notesSlides/notesSlide14.xml" Id="R00b4af192e1e41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62E56-7B0D-4EB9-849A-107F705A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2B259-E07F-4835-881D-E309A2C0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6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1EF2C-0B57-40CD-B096-23E350EB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CARDIOIA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67137-8E76-4454-8B9A-38567405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Fase 3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Monitoramento contínuo com IoT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0A11A-6144-4460-B99B-F2281ED1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Revisão das Etapas 1 a 7 e plano para concluir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F8682-439B-404F-99AD-4B11463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9C563-A7CE-4C48-A2B6-FD389D25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ESP32 • Edge • MQTT • Node-RED • Render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2CA51-FA48-4F01-90A7-9016BB27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Apresentação para revisão do grupo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F3E7C-6C74-439B-AA15-D552EED9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25 de outubro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69928-0182-44DF-B837-03AD56F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88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329A8-2C39-47E1-B509-906874B4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Dados sintéticos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Protótipo educacional</a:t>
            </a:r>
          </a:p>
        </p:txBody>
      </p:sp>
    </p:spTree>
    <p:extLst>
      <p:ext uri="{BB962C8B-B14F-4D97-AF65-F5344CB8AC3E}">
        <p14:creationId xmlns:p14="http://schemas.microsoft.com/office/powerpoint/2010/main" val="573068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A6C8A-9CBF-49D9-9007-57BDCF2C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D1803-9F16-4C08-B1B8-7A6C05BF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SITUAÇÃO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6540D-1E2D-4B9D-9E24-A3A1C71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núcleo técnico está validado; a liberação final depende do grupo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C3DE0-FA90-4CF6-82A8-93D67182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DCF06-7BDA-4030-8A20-0A4659CF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723AB-EA4C-487F-BFA6-767A4BC5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8B834-03BC-4ABA-8771-8E97CE80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7/8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27BF5-4855-4BEE-94C2-237E04B5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etapas iniciadas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E74F4-BC8A-46B4-B068-220EEE1D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164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B4ADF-CADC-4345-AB2C-4586DE58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verificações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8C338-7FE2-428B-95DE-211AA02E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HTTP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C6BE7-F71B-475D-8853-3366B35D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público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92B9E-A4EC-4018-83B3-8C0A2464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F2A07-11E1-4419-912E-F1C31066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aprovações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pendentes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CAEFA-60F0-45C4-9D10-4903A3FA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B313D-0BDC-4751-96E5-CF90421F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669F3-67DA-46E1-A184-3C1BDE23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Pronto: </a:t>
            </a:r>
            <a:r>
              <a:t>sensores, resiliência, MQTT, dashboard, alertas, testes e relatórios.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2CC3F-C6C9-4155-812F-3351B641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1D9D0-A0F7-4B68-9B9A-3BA102ED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Corrigido na auditoria: </a:t>
            </a:r>
            <a:r>
              <a:t>validação de enumerações, dependências, segurança administrativa e lockfile do Render.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58491-9A92-49DE-B8F1-703D2809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402BA-D034-4723-993D-E228BB2E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969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Ainda falta: </a:t>
            </a:r>
            <a:r>
              <a:t>prazo comprovado no Portal, revisão dos quatro integrantes e entrega formal da Etapa 8.</a:t>
            </a:r>
          </a:p>
        </p:txBody>
      </p:sp>
    </p:spTree>
    <p:extLst>
      <p:ext uri="{BB962C8B-B14F-4D97-AF65-F5344CB8AC3E}">
        <p14:creationId xmlns:p14="http://schemas.microsoft.com/office/powerpoint/2010/main" val="1863259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AD4EFA-8CD5-4243-8EE3-61B4AD4B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A6266-54C9-4AD0-878A-182CD8CC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C57AF-1F39-4731-829D-5958237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Sete etapas com portões de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3267E-401E-4A97-BF01-CEAE0F8E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FC81E-2DF6-4532-B31B-40FD9E84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ECA6A-16F4-42D4-9657-B107BB59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2EA3C-BD99-43DD-BC63-AEBDDE8C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2F1ED-B27C-4D1C-B73C-CCA384C5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D2E23-6682-45B3-B418-5C1E2AC1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Requisitos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722A8-ECAE-407E-88EC-1F8D0777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Arquitetura e contrato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028EC-80D2-4152-8D39-380F6770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90967-1719-4752-9451-DAEA8DCE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82A41-5D56-4C86-9B7B-CFB90FDC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062A5-B43B-425A-9F1D-010D5AE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Sensores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30181-EC50-407B-BFAF-EE668484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DHT22 e BPM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E16EC-87F6-423A-BE02-9A11659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4B82B-3263-4CBD-BC46-0A3D7A99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2960D-B6E2-4018-94CB-020BD55D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EFD1-2A3E-4DF0-955C-BADB4C46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13265-52D9-4787-BEFA-2B57F71F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Fila offline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8EEC7-AAA3-432F-9DA4-800AB873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0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0FB0D-0B49-4F82-80AE-C9D5AB97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178A0-7348-49A6-8929-105C282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12B94-8087-40A8-B8C7-5BB1745D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MQTT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BDC14D-0B7D-456A-A127-D7C0CE91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57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Broker e 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73AC1-C0DB-4CF4-A530-F05530C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67EFB-273E-47A5-B9F3-E2279665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43507-CFEE-49BF-9242-8F0094FD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911FF5-F505-4828-A863-2929708A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Visualização e alerta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C1B38-9184-4CC6-8020-CBC2F18E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4377F-E968-4A9D-AAF7-052E2210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E48435-27BF-498C-BBFE-AD7FD31C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391CF3-F61B-451F-9FAD-0776F00A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Integração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507597-F2BE-4B4D-A416-C91078AC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Ciclo ponta a ponta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D44780-0EF1-4275-A0E7-2870494F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7F601D-8293-42BA-9B89-40C0DB32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00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596E1A-97C7-4780-ADFD-DCD08249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76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F0AB0C-6D61-4184-A304-5731A462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Entrega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509EA8-C747-4FC8-B359-DCDB3CA3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95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Relatórios e revisão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B7EDF0-5824-41DE-B9F1-B82000B6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Regra aplicada em todas as etapas: implementar, testar, registrar evidência e só então avançar.</a:t>
            </a:r>
          </a:p>
        </p:txBody>
      </p:sp>
    </p:spTree>
    <p:extLst>
      <p:ext uri="{BB962C8B-B14F-4D97-AF65-F5344CB8AC3E}">
        <p14:creationId xmlns:p14="http://schemas.microsoft.com/office/powerpoint/2010/main" val="1468847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DBBA3-8D21-4F83-AF0D-206B381D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57D2D-881A-4D50-95D6-4E5FF3AE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CONTINUIDADE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70AA9-C7B8-4BE7-AFC7-C30C0359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que aproveitamos das fases anteriores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E7B49-FA3B-417B-8F24-48F2EDC8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5EDBE-C408-45E1-A1F8-C42FAFA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8B5C2-4CEB-4755-8C7D-2C017C4C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B9B28-22EF-4CC4-A35A-54C90489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FASE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B9888-228D-4D21-8E1E-58777CB0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CardioIA e base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6B325-C702-4B9A-B5B3-D3B3B680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AE98C-10D5-4737-8C8D-787EEED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Identidade: </a:t>
            </a:r>
            <a:r>
              <a:t>foco em cardiologia e uso responsável de IA em saúde.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EE21C-3D67-43A2-9F0F-D756FF1A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48668-4285-4AB0-915E-56EA8FE1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Governança: </a:t>
            </a:r>
            <a:r>
              <a:t>dados sintéticos, privacidade, vieses e limites explícitos.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EA437-A571-4431-86CA-30DB779C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73211-1E54-4275-A759-D205E801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Documentação: </a:t>
            </a:r>
            <a:r>
              <a:t>equipe, dicionários, reprodutibilidade e links públicos.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72DCA-773F-4377-BD09-9EFB8A7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573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AB9AD-AEBF-4A52-8C91-EA7EFD3B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FASE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EAC0D-16E3-4F46-A243-5850077F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Lições incorporadas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11457-2320-451B-A63F-11871D51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C2AC5-868C-4FB3-BAC8-44FBD5E1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Evidência: </a:t>
            </a:r>
            <a:r>
              <a:t>nenhum item fica concluído apenas porque existe um link.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D5AC4-7D39-4528-B075-C716A0E8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57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0AC03-3A39-4818-B9AE-A6929D74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Consistência: </a:t>
            </a:r>
            <a:r>
              <a:t>checklists e documentação precisam refletir o estado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6B2F0-3D31-4A58-A889-215F4C08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EC28F-A4BC-468C-ACE0-6C5FAE5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0050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Segurança: </a:t>
            </a:r>
            <a:r>
              <a:t>testes críticos, limitações e falsos negativos recebem atenção.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0E9C3-5E92-4EC6-BB43-01B2F760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 Fase 3 reutiliza princípios e aprendizados. Ela não depende diretamente do dataset da Fase 1.</a:t>
            </a:r>
          </a:p>
        </p:txBody>
      </p:sp>
    </p:spTree>
    <p:extLst>
      <p:ext uri="{BB962C8B-B14F-4D97-AF65-F5344CB8AC3E}">
        <p14:creationId xmlns:p14="http://schemas.microsoft.com/office/powerpoint/2010/main" val="1308148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F12EA-073B-4D0D-8A44-0BDAD136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A7F21-F9EE-4D60-B022-310D03FD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B307E-52B7-4A25-BA0A-136FCC5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Arquitetura, critérios e contrato antes do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F3F7F-859D-490A-A886-32BECF50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87274-5F42-4DB2-9E32-06BB8E5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3CF26-9414-4FC7-80C8-B886A129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4D2A5-5539-4DD2-99B2-576ED993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9E51B-66C5-4A26-A267-066E3D82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Sensores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59402-82D8-4075-8AF2-F1B29EA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DHT22 + BPM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87E24-E35D-4D61-99AF-1573E828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AFE7B-3D57-4E5C-AA6F-F693849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7B24D-5A68-4142-AE4A-C217E948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3DE76-F0B6-4B83-9993-AB44894E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ESP32 + FIFO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296B3-0C6E-432A-966A-E1BAC4D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FAD9C-0F18-4537-B0B6-FD7516F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4683F-4EAA-4951-9FD2-2B355305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91DC5-7719-4847-A82E-2F88B4A2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HiveMQ MQTT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1956E-EA41-407A-87B4-C33F1C8D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47858-5902-4B88-A17A-8F403EB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54F64-0EA1-4829-BD07-F57FF9EF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E0AC7-AB45-49B6-8C82-AE115833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Node-RED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CA3ABC-1DE6-4BF3-B5B2-C49D931F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A94C2-8025-4749-BDBE-0E833350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885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4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409A0-C15E-4474-A668-862960E6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Saída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6AC34-C696-4CA7-A28A-700821A7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Dashboard + alertas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62FBD-B5A1-4E47-80EF-06364200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AE96C1-1539-411C-938C-EBA4DBD7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Contrato: </a:t>
            </a:r>
            <a:r>
              <a:t>13 campos JSON, três tópicos MQTT e enumerações controladas.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89504-7163-4E4D-8478-0893AACF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10505-4167-408C-8682-82B752E3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Resiliência: </a:t>
            </a:r>
            <a:r>
              <a:t>FIFO de 2.160 amostras, equivalente a três horas na cadência nominal.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E17022-907A-4AA6-9679-78443192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11FAC9-7094-4F8B-BCC8-DC4DD569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Limites: </a:t>
            </a:r>
            <a:r>
              <a:t>normal entre 50 e 120 BPM; febre acima de 38 °C; falha do DHT22 explícita.</a:t>
            </a:r>
          </a:p>
        </p:txBody>
      </p:sp>
    </p:spTree>
    <p:extLst>
      <p:ext uri="{BB962C8B-B14F-4D97-AF65-F5344CB8AC3E}">
        <p14:creationId xmlns:p14="http://schemas.microsoft.com/office/powerpoint/2010/main" val="1789515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39458-2F49-4F8C-B8A4-54BE236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6899B-4FD4-4D9F-8845-03B798B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89DC2-D1AF-483C-A79C-92DA5FD3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Sensores e estados visuais validados no Wokwi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B03AB-22AF-4C9E-BC73-CD4B3F0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71A15-0E9D-4DCD-80A9-61726A3F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EDD57-0F89-4B0C-A494-158DC686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31E55-6CAA-41BA-8F93-B13897527C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834d54e0441b3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76400"/>
            <a:ext cx="5219700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93A85-D310-4066-933F-8027908CD7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a861fc86244a4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676400"/>
            <a:ext cx="5219700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B0D01-50F7-4163-8842-8699EA44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3A5FA-A375-447A-8653-9C9C7880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76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Estado 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FE55F-5BB6-450B-8555-F7E6F5F9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29D5F-66F0-4A81-9E06-00A0580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768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Alerta de BPM alto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5D801-D882-48C2-9BD1-3C12A571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DHT22 + BPM sintético • LED coerente • falha e recuperação sem reinício • cadência medida 5.018 ms (+0,36%)</a:t>
            </a:r>
          </a:p>
        </p:txBody>
      </p:sp>
    </p:spTree>
    <p:extLst>
      <p:ext uri="{BB962C8B-B14F-4D97-AF65-F5344CB8AC3E}">
        <p14:creationId xmlns:p14="http://schemas.microsoft.com/office/powerpoint/2010/main" val="29286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81E9C-3B4C-45D9-854A-10DF9516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81EFE-E861-4149-8E6D-0A697E4C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FF724-B4F0-44B1-9CED-EBE26B9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 coleta continua offline e sincroniza em ordem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84EA7-5CFB-4A9A-986D-CDD927C7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3B551-A5F9-4AF6-9756-3F2AFB0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B776F-B0B4-4CB7-9FF9-5AE0343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10D0F-0D91-4308-9BAD-AE5E84B37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d8dfd31324b31"/>
          <a:srcRect xmlns:a="http://schemas.openxmlformats.org/drawingml/2006/main" l="0" t="5699" r="0" b="56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6762750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17970-4734-40C1-8BE8-48E25CB4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FIFO limitado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A3EED-8356-4E15-A808-C590BC7E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2.160 amostras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EB820-B509-4C4D-B6CB-E34BAD3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76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3F11A-D179-42A7-AC9F-3E2E1572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Offline: </a:t>
            </a:r>
            <a:r>
              <a:t>novas leituras entram na fila.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7DEFF-7AEC-4A4D-844E-EC50C33A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86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AB95C-8919-463D-884C-433E198B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Retorno: </a:t>
            </a:r>
            <a:r>
              <a:t>dados antigos saem primeiro.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25AE7-95D7-4AD7-B90D-1621CF9F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957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6D2C7-9212-4427-86D0-2F15ECA9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Limite: </a:t>
            </a:r>
            <a:r>
              <a:t>descarte fica visível e contabilizado.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93A2A-11B2-4E3B-A22A-5A4F7AC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B4011-B8A6-45AA-9E4A-26B6EDEB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96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Resultado: </a:t>
            </a:r>
            <a:r>
              <a:t>fila terminou em zero nos testes.</a:t>
            </a:r>
          </a:p>
        </p:txBody>
      </p:sp>
    </p:spTree>
    <p:extLst>
      <p:ext uri="{BB962C8B-B14F-4D97-AF65-F5344CB8AC3E}">
        <p14:creationId xmlns:p14="http://schemas.microsoft.com/office/powerpoint/2010/main" val="15525149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447F5-2699-4F39-8EA2-612C3CF5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9B4E6-9FEE-48B5-9C53-A870130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EAD09-B0D5-4798-97B9-A144229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Mensagens MQTT comprovadas por assinante independente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53F40-3405-4EC0-BBBF-24F86EF3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2DEDA-D01D-4BBE-8EC1-BF88801D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C21E4-53D6-4B77-B729-CA38DDE2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9F914-01CB-4EC8-BB7A-F6130270D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19389e4cd4818"/>
          <a:srcRect xmlns:a="http://schemas.openxmlformats.org/drawingml/2006/main" l="0" t="6530" r="0" b="65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6858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AB18F-5623-4B28-8C25-C17F4DB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3 tópicos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866E9-49F1-4362-9283-899AE255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telemetry</a:t>
            </a:r>
          </a:p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alert</a:t>
            </a:r>
          </a:p>
          <a:p xmlns:a="http://schemas.openxmlformats.org/drawingml/2006/main">
            <a:pPr algn="l">
              <a:def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E4F10-927E-46AE-B854-05C1B702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33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D435B-22CF-4FBB-8FC6-C881FD02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Broker: </a:t>
            </a:r>
            <a:r>
              <a:t>HiveMQ público, QoS 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3BB06-05F8-4098-8AE7-2673357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43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EE1BB-CAB2-4444-9F87-A9B6BDDB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Payload: </a:t>
            </a:r>
            <a:r>
              <a:t>JSON v1 com 13 campos.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672BF-CBC2-4B69-B58C-2E91C318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53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EFA82-2219-45CD-B690-336099D7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Prova: </a:t>
            </a:r>
            <a:r>
              <a:t>recepção fora do ESP32.</a:t>
            </a:r>
          </a:p>
        </p:txBody>
      </p:sp>
    </p:spTree>
    <p:extLst>
      <p:ext uri="{BB962C8B-B14F-4D97-AF65-F5344CB8AC3E}">
        <p14:creationId xmlns:p14="http://schemas.microsoft.com/office/powerpoint/2010/main" val="1641672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5C634-FF4D-4C2B-9949-B2011540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CD414-9E0C-4AD2-AADB-2E321073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DFFBB-A6F0-4DB6-B370-45B067F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público com gráfico, gauges e alertas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889A6-F2AF-4A61-85CA-B781CC2F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DA375-D845-4A23-A74D-445F0A2C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4D9DA-8E12-4E3E-9235-8BAC333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3AB82-7C40-4476-AE27-53EEDC5CA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1e09a9a9f49f3"/>
          <a:srcRect xmlns:a="http://schemas.openxmlformats.org/drawingml/2006/main" l="0" t="8818" r="0" b="8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948A7-6266-4E58-BCC3-C2AD725D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DC4F8-BF33-43B9-B493-83D1F969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verificações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41C3E-61EE-4371-BF67-DBE530CF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B2D8F-3555-4758-99CD-129E908B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estados clínicos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2D9B8-FD54-4AC5-A663-65AC6C23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AE9BF-7E8C-4579-9A11-36442CB4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Disponível: </a:t>
            </a:r>
            <a:r>
              <a:t>Render com health check.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D6590-AE90-4FEB-A431-961CCD7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0202D-3C0B-4CF3-9481-D533DD28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291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Seguro: </a:t>
            </a:r>
            <a:r>
              <a:t>editor e API administrativa bloqueados.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22583-6417-4D72-93CD-A68CF3BB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51AE5-F579-47CB-B27D-F8F747E6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Orientação: </a:t>
            </a:r>
            <a:r>
              <a:t>offline indica iniciar o Wokwi.</a:t>
            </a:r>
          </a:p>
        </p:txBody>
      </p:sp>
    </p:spTree>
    <p:extLst>
      <p:ext uri="{BB962C8B-B14F-4D97-AF65-F5344CB8AC3E}">
        <p14:creationId xmlns:p14="http://schemas.microsoft.com/office/powerpoint/2010/main" val="204576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DDB79-1D2E-478E-8714-E8269382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A508C-9DD8-4782-B9CE-8E352AD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88EC2-57E0-43C3-BF79-3D082109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fluxo completo respondeu a cenários clínicos e técnicos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44440-BDDA-48AB-AB77-3E96AFC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8CCCE-A7D6-4B1C-9728-FA8FF9DE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2228D-5216-42D4-B56B-BEE39862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F34E8-CCB6-47EE-8BF5-C6BF4A57BD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34f9b016c4713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62263-A013-4C0C-BED2-38BA174077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bf00944f74f3f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3409C-3293-4619-A16F-93C97E0A5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0a932339342aa"/>
          <a:srcRect xmlns:a="http://schemas.openxmlformats.org/drawingml/2006/main" l="11359" t="0" r="11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733550"/>
            <a:ext cx="34290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F7F8B-5A22-4C3C-85C6-BABE94A0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AF26A-B329-48CE-A238-98B05BBF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BPM alto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36FDB-3696-472A-9980-137CD1A5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BDAE7-D58F-4833-BAFA-95025F84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BPM baixo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6E609-A10A-4C39-BA40-8A6E1504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F0683-52F4-4082-8B23-9E05582D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96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Falha DHT22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FF1EE-DD39-4F4E-9596-FBB4BADF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Duas execuções independentes confirmaram reinício da sequência, transições de alerta, recuperação, sincronização e fila final zero.</a:t>
            </a:r>
          </a:p>
        </p:txBody>
      </p:sp>
    </p:spTree>
    <p:extLst>
      <p:ext uri="{BB962C8B-B14F-4D97-AF65-F5344CB8AC3E}">
        <p14:creationId xmlns:p14="http://schemas.microsoft.com/office/powerpoint/2010/main" val="309740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094EA-5D97-4930-970A-79C05997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1C98B-E38F-41DB-AFC8-FD99B9C8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ETAPA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B2493-F7D9-4BAD-80EE-E2EA18AA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Documentação revisada e auditoria técnica registrada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2EA61-E447-43F6-A0BC-5A9892C9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55A8F-E239-4CE2-A155-040F7E30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3C918-82B2-403D-B166-B04461B6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CBAEF-1AD4-43BE-A569-C8B69232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400DC-239E-449A-B380-5CA1750A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páginas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Relatório 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11547-3154-4DCB-B04C-C71C640D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8BD00-39F5-4C22-8585-97D34FAE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páginas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Relatório MQTT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23459-324E-45D0-81D3-A62D7974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4C486-A08F-4DF7-8E70-501E76B9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checagens</a:t>
            </a:r>
          </a:p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documentais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0953E-46D5-4E5B-9A69-0BD7C130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4BE5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08E18-D741-4F32-B87E-49DF836B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correções de 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FEB78-C1B9-47D3-8EC2-B7212A7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4BF99-C3B7-49C7-AD85-CBDA987D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E41F1-79DC-4E32-84CD-7DF78D67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Conteúdo: </a:t>
            </a:r>
            <a:r>
              <a:t>README, dois relatórios, PDFs, evidências e apresentação editável.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85A5B-F3CD-453C-A0BE-B6F71CFF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9223E-0716-4A9E-ABCD-4C9847C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Auditoria: </a:t>
            </a:r>
            <a:r>
              <a:t>enumerações inválidas agora são rejeitadas e dependências vulneráveis foram reduzidas.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074D6-6098-4266-84D9-C7184D31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D850B-B451-4841-8BD9-7A940800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Render: </a:t>
            </a:r>
            <a:r>
              <a:t>lockfile íntegro publicado no commit dd83ed3; deploy confirmado como live.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262D2-CE1C-4C50-8461-3E4DFD3A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88A3C-0649-4877-B610-F8145742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988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b="1"/>
              <a:t>Reteste: </a:t>
            </a:r>
            <a:r>
              <a:t>dashboard HTTP 200; raiz administrativa HTTP 404.</a:t>
            </a:r>
          </a:p>
        </p:txBody>
      </p:sp>
    </p:spTree>
    <p:extLst>
      <p:ext uri="{BB962C8B-B14F-4D97-AF65-F5344CB8AC3E}">
        <p14:creationId xmlns:p14="http://schemas.microsoft.com/office/powerpoint/2010/main" val="1178781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79B65-C039-498F-8F77-1B4EB58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1F635-2AE1-463C-8399-C4CDE981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COBERTURA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5E71A-BBCB-4D06-BFD4-61BA2EB7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O barema obrigatório possui implementação e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7CF5A-A5B5-4602-9800-1DA227AC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AF58B-7A47-4718-A523-BBD288ED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D695D-AC06-4270-8382-A4ED3818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4E2ED-76E0-4B7D-9C3F-248D4D5B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CRITÉRIO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74A19-CCF3-4B91-8AF3-840A0808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VALOR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C429D-3363-4548-9D4F-EC172B78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EVIDÊNCIA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5ED16-BE32-44DD-8122-81C15CC3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74CBA-90A1-45B2-8953-BE3D8159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Leitura de sensores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FC886-9919-402E-876D-ACDC7890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B8FAB-001C-4A5B-AB60-87574971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B1670-3A9C-476B-907F-B679617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6E2BF-50FD-4CDB-9EE4-9F5095B8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Resiliência offline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99D63-1BAC-4539-BA92-C8813579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10D95-53FF-4CBF-AFD7-42B07384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AD5B7-D64C-42DD-B987-EADEEC6D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C2242-04AF-4E27-9CF5-43407FE4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MQTT e broker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CD94F-6902-4F43-8B1F-752EF127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FA6AA-8F04-4EB8-AECB-FE685663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501EB-2998-4E64-94E8-FA90A2CF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A10A2-3F49-41CB-8D3A-AFE517A4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Dashboard e alertas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9F26E-4132-4639-82A0-30EA33FB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5F85A-D091-4AEA-8029-19D8118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A598D-D420-4817-A34B-5C591AEC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F23E2A-7908-48BF-A6DC-1502BCDD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Código e relatórios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D056D-DCF1-46E1-A76F-9CEE8382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2 pontos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F9427-F0CA-4B4A-BCBE-FF08BA55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5C184"/>
                </a:solidFill>
                <a:latin typeface="DejaVu Sans"/>
                <a:ea typeface="DejaVu Sans"/>
                <a:cs typeface="DejaVu Sans"/>
              </a:rPr>
              <a:t>Aprovado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A69A5A-9090-4806-9F73-FF1BD865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A pontuação oficial depende da avaliação da FIAP. Esta tabela demonstra cobertura técnica, não antecipa a nota.</a:t>
            </a:r>
          </a:p>
        </p:txBody>
      </p:sp>
    </p:spTree>
    <p:extLst>
      <p:ext uri="{BB962C8B-B14F-4D97-AF65-F5344CB8AC3E}">
        <p14:creationId xmlns:p14="http://schemas.microsoft.com/office/powerpoint/2010/main" val="2629362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2346B-7A06-4C7A-90F8-30B8C66F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BC7E3-14D4-4795-B7E0-459CD849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51268-7E17-4165-94DB-72667BDB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Quatro ações separam o projeto da entrega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8DFEE-307A-467E-985E-67A240F3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C2A44-0858-418A-8DA0-CF48B666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1AE85-430F-439C-AD0B-D5743DF8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CardioIA • Fase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AF85C-6E53-46F5-8528-49395029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D3E4B-D4C3-41D6-8F28-386C6D42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3C6AE-F7C1-4F07-8836-9B0120F0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57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Prazo oficial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A62BF-3EA0-4FEA-8144-1CEBDDC9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Registrar captura com data e horário no Portal FIAP.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CDDBD-1694-4E50-9A79-440C405B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157F6-0E2B-48AF-91B9-CA39502B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1F691-6A63-407F-88AC-28D67982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33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Revisão do grupo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85709-B98C-4CED-BEE5-1F3FD15B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Cada integrante responde APROVADO SEM CORREÇÕES ou descreve ajustes.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092FE-E9F0-4D37-87BA-A9D61B8C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AF24F-D2D2-4A30-9735-69B4B930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D1650-5347-45B4-B02C-6CB8ECAD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Encerrar Etapa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470DF-F7F3-44A5-A2DF-0AC5470C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Atualizar T7-14, T7-15 e T7-16 após as quatro respostas.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D163B-50D9-433F-9744-F4F0EE63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D1036-52D8-44D6-AAC2-D2ED71E0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1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9444A-C7A1-4492-84BC-CBE50AE0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Etapa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20E8C-4876-4B06-84DB-217DBF4E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536"/>
                </a:solidFill>
                <a:latin typeface="DejaVu Sans"/>
                <a:ea typeface="DejaVu Sans"/>
                <a:cs typeface="DejaVu Sans"/>
              </a:rPr>
              <a:t>Auditar o barema, criar release, enviar e preservar o comprovante.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9D44D-B702-4288-846E-F9C88B2A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Status correto agora: núcleo técnico pronto; trabalho ainda não liberado como 100%.</a:t>
            </a:r>
          </a:p>
        </p:txBody>
      </p:sp>
    </p:spTree>
    <p:extLst>
      <p:ext uri="{BB962C8B-B14F-4D97-AF65-F5344CB8AC3E}">
        <p14:creationId xmlns:p14="http://schemas.microsoft.com/office/powerpoint/2010/main" val="13870205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C752E-328A-46E0-9A41-5F333F6E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AEE72-CF7A-4422-8E01-77799543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REVISÃO DO GRUPO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3F1AD-7B1C-4537-842A-F943DAA3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Acessem, testem e respondam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B547D-B8BB-4893-900A-2B9377C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8EFF2"/>
                </a:solidFill>
                <a:latin typeface="DejaVu Sans"/>
                <a:ea typeface="DejaVu Sans"/>
                <a:cs typeface="DejaVu Sans"/>
              </a:rPr>
              <a:t>APROVADO SEM CORREÇÕES  ou  CORREÇÕES SOLICITADAS: [descrever]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B57CF-9A97-4463-9231-24BE78EB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1DA07-16C7-49A4-AA6C-AB0821B3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48D6C5"/>
                </a:solidFill>
                <a:hlinkClick xmlns:r="http://schemas.openxmlformats.org/officeDocument/2006/relationships" r:id="Rf873ab7dc50b47a0"/>
              </a:rPr>
              <a:t>https://github.com/FabricioMouzer/CardioIA-Fase3-Monitoramento-IoT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49F73-8860-454A-8F44-C06D2646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Wokwi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B9C80-D6E4-498A-B81A-CC4886C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48D6C5"/>
                </a:solidFill>
                <a:hlinkClick xmlns:r="http://schemas.openxmlformats.org/officeDocument/2006/relationships" r:id="R6042cf76c1ba4bed"/>
              </a:rPr>
              <a:t>https://wokwi.com/projects/478851580032675841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6457E-3545-412E-854A-F658BD02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28BA4-E056-45D5-80FF-F1E883C1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48D6C5"/>
                </a:solidFill>
                <a:hlinkClick xmlns:r="http://schemas.openxmlformats.org/officeDocument/2006/relationships" r:id="R2364ff6fd7f6421b"/>
              </a:rPr>
              <a:t>https://cardioia-fase3-dashboard.onrender.com/dashboard/monitoramento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48F77-B18B-48D1-82B6-475219EE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Relatório 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65D4C-A2BA-4F2F-B0B7-32AF63EB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48D6C5"/>
                </a:solidFill>
                <a:hlinkClick xmlns:r="http://schemas.openxmlformats.org/officeDocument/2006/relationships" r:id="R4414086220e640c9"/>
              </a:rPr>
              <a:t>https://github.com/FabricioMouzer/CardioIA-Fase3-Monitoramento-IoT/blob/main/docs/relatorios/CardioIA_Parte_1_Edge_Computing.pdf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423EA-24E3-447B-A34C-F5BB74DA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Relatório MQTT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FC61B-720F-4960-A968-4A47B083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48D6C5"/>
                </a:solidFill>
                <a:hlinkClick xmlns:r="http://schemas.openxmlformats.org/officeDocument/2006/relationships" r:id="Rea9f8913d62d4c41"/>
              </a:rPr>
              <a:t>https://github.com/FabricioMouzer/CardioIA-Fase3-Monitoramento-IoT/blob/main/docs/relatorios/CardioIA_Parte_2_MQTT_Dashboard.pdf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BC019-D4AE-4D76-98CB-DAE09A2C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4D5F"/>
                </a:solidFill>
                <a:latin typeface="DejaVu Sans"/>
                <a:ea typeface="DejaVu Sans"/>
                <a:cs typeface="DejaVu Sans"/>
              </a:rPr>
              <a:t>Auditoria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B5E83-209E-4093-8329-27CC6A45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u="sng">
                <a:solidFill>
                  <a:srgbClr val="48D6C5"/>
                </a:solidFill>
                <a:hlinkClick xmlns:r="http://schemas.openxmlformats.org/officeDocument/2006/relationships" r:id="R2d3e0919506742c6"/>
              </a:rPr>
              <a:t>https://github.com/FabricioMouzer/CardioIA-Fase3-Monitoramento-IoT/blob/main/docs/ETAPA_7_AUDITORIA_PRE_APRESENTACAO.md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9F541-C8F0-4980-BB94-E0CD998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0A4B2"/>
                </a:solidFill>
                <a:latin typeface="DejaVu Sans"/>
                <a:ea typeface="DejaVu Sans"/>
                <a:cs typeface="DejaVu Sans"/>
              </a:rPr>
              <a:t>Fabrício RM566777 • Enzo RM567599 • Larissa RM568280 • Gabriel RM568480</a:t>
            </a:r>
          </a:p>
        </p:txBody>
      </p:sp>
    </p:spTree>
    <p:extLst>
      <p:ext uri="{BB962C8B-B14F-4D97-AF65-F5344CB8AC3E}">
        <p14:creationId xmlns:p14="http://schemas.microsoft.com/office/powerpoint/2010/main" val="2080258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2026-10-25T17:14:56.7250000Z</dcterms:created>
  <dcterms:modified xsi:type="dcterms:W3CDTF">2026-10-25T17:14:56.7250000Z</dcterms:modified>
</coreProperties>
</file>